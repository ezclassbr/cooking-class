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287000" cy="18288000"/>
  <p:notesSz cx="6858000" cy="9144000"/>
  <p:embeddedFontLst>
    <p:embeddedFont>
      <p:font typeface="Arial Bold" panose="020B0604020202020204" charset="0"/>
      <p:regular r:id="rId4"/>
    </p:embeddedFont>
    <p:embeddedFont>
      <p:font typeface="Montserrat" panose="00000500000000000000" pitchFamily="2" charset="0"/>
      <p:regular r:id="rId5"/>
      <p:bold r:id="rId6"/>
      <p:italic r:id="rId7"/>
      <p:boldItalic r:id="rId8"/>
    </p:embeddedFon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Poppins Bold" panose="00000800000000000000" pitchFamily="2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1882" y="2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49688" y="512763"/>
            <a:ext cx="144462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86500" y="15887700"/>
            <a:ext cx="4000500" cy="2400300"/>
            <a:chOff x="0" y="0"/>
            <a:chExt cx="5334000" cy="3200400"/>
          </a:xfrm>
        </p:grpSpPr>
        <p:sp>
          <p:nvSpPr>
            <p:cNvPr id="3" name="Freeform 3" descr="/home/user/cooking-class/art/editable/assets/gingham-blue.png"/>
            <p:cNvSpPr/>
            <p:nvPr/>
          </p:nvSpPr>
          <p:spPr>
            <a:xfrm>
              <a:off x="0" y="0"/>
              <a:ext cx="5334000" cy="3200400"/>
            </a:xfrm>
            <a:custGeom>
              <a:avLst/>
              <a:gdLst/>
              <a:ahLst/>
              <a:cxnLst/>
              <a:rect l="l" t="t" r="r" b="b"/>
              <a:pathLst>
                <a:path w="5334000" h="3200400">
                  <a:moveTo>
                    <a:pt x="0" y="0"/>
                  </a:moveTo>
                  <a:lnTo>
                    <a:pt x="5334000" y="0"/>
                  </a:lnTo>
                  <a:lnTo>
                    <a:pt x="5334000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906000" y="4665331"/>
            <a:ext cx="381000" cy="3733800"/>
            <a:chOff x="0" y="0"/>
            <a:chExt cx="508000" cy="4978400"/>
          </a:xfrm>
        </p:grpSpPr>
        <p:sp>
          <p:nvSpPr>
            <p:cNvPr id="5" name="Freeform 5" descr="/home/user/cooking-class/art/editable/assets/gingham-orange.png"/>
            <p:cNvSpPr/>
            <p:nvPr/>
          </p:nvSpPr>
          <p:spPr>
            <a:xfrm>
              <a:off x="0" y="0"/>
              <a:ext cx="508000" cy="4978400"/>
            </a:xfrm>
            <a:custGeom>
              <a:avLst/>
              <a:gdLst/>
              <a:ahLst/>
              <a:cxnLst/>
              <a:rect l="l" t="t" r="r" b="b"/>
              <a:pathLst>
                <a:path w="508000" h="4978400">
                  <a:moveTo>
                    <a:pt x="0" y="0"/>
                  </a:moveTo>
                  <a:lnTo>
                    <a:pt x="508000" y="0"/>
                  </a:lnTo>
                  <a:lnTo>
                    <a:pt x="508000" y="4978400"/>
                  </a:lnTo>
                  <a:lnTo>
                    <a:pt x="0" y="497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Freeform 6"/>
          <p:cNvSpPr/>
          <p:nvPr/>
        </p:nvSpPr>
        <p:spPr>
          <a:xfrm>
            <a:off x="7116805" y="-1140281"/>
            <a:ext cx="4695583" cy="5869478"/>
          </a:xfrm>
          <a:custGeom>
            <a:avLst/>
            <a:gdLst/>
            <a:ahLst/>
            <a:cxnLst/>
            <a:rect l="l" t="t" r="r" b="b"/>
            <a:pathLst>
              <a:path w="4695583" h="5869478">
                <a:moveTo>
                  <a:pt x="0" y="0"/>
                </a:moveTo>
                <a:lnTo>
                  <a:pt x="4695582" y="0"/>
                </a:lnTo>
                <a:lnTo>
                  <a:pt x="4695582" y="5869478"/>
                </a:lnTo>
                <a:lnTo>
                  <a:pt x="0" y="58694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7" name="Group 7"/>
          <p:cNvGrpSpPr/>
          <p:nvPr/>
        </p:nvGrpSpPr>
        <p:grpSpPr>
          <a:xfrm>
            <a:off x="1327014" y="-91257"/>
            <a:ext cx="7632971" cy="3300481"/>
            <a:chOff x="0" y="0"/>
            <a:chExt cx="10177295" cy="4400641"/>
          </a:xfrm>
        </p:grpSpPr>
        <p:grpSp>
          <p:nvGrpSpPr>
            <p:cNvPr id="8" name="Group 8"/>
            <p:cNvGrpSpPr/>
            <p:nvPr/>
          </p:nvGrpSpPr>
          <p:grpSpPr>
            <a:xfrm rot="-210000">
              <a:off x="73695" y="679042"/>
              <a:ext cx="6872098" cy="1790728"/>
              <a:chOff x="0" y="0"/>
              <a:chExt cx="6823251" cy="1778000"/>
            </a:xfrm>
          </p:grpSpPr>
          <p:sp>
            <p:nvSpPr>
              <p:cNvPr id="9" name="Freeform 9" descr="/home/user/cooking-class/art/editable/assets/tex-orange-1.png"/>
              <p:cNvSpPr/>
              <p:nvPr/>
            </p:nvSpPr>
            <p:spPr>
              <a:xfrm>
                <a:off x="0" y="0"/>
                <a:ext cx="6823252" cy="1778000"/>
              </a:xfrm>
              <a:custGeom>
                <a:avLst/>
                <a:gdLst/>
                <a:ahLst/>
                <a:cxnLst/>
                <a:rect l="l" t="t" r="r" b="b"/>
                <a:pathLst>
                  <a:path w="6823252" h="1778000">
                    <a:moveTo>
                      <a:pt x="0" y="0"/>
                    </a:moveTo>
                    <a:lnTo>
                      <a:pt x="6823252" y="0"/>
                    </a:lnTo>
                    <a:lnTo>
                      <a:pt x="6823252" y="1778000"/>
                    </a:lnTo>
                    <a:lnTo>
                      <a:pt x="0" y="1778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7048" r="-7048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210000">
              <a:off x="75328" y="206393"/>
              <a:ext cx="6843389" cy="2676887"/>
              <a:chOff x="0" y="0"/>
              <a:chExt cx="6794746" cy="265785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794746" cy="2657859"/>
              </a:xfrm>
              <a:custGeom>
                <a:avLst/>
                <a:gdLst/>
                <a:ahLst/>
                <a:cxnLst/>
                <a:rect l="l" t="t" r="r" b="b"/>
                <a:pathLst>
                  <a:path w="6794746" h="2657859">
                    <a:moveTo>
                      <a:pt x="0" y="0"/>
                    </a:moveTo>
                    <a:lnTo>
                      <a:pt x="6794746" y="0"/>
                    </a:lnTo>
                    <a:lnTo>
                      <a:pt x="6794746" y="2657859"/>
                    </a:lnTo>
                    <a:lnTo>
                      <a:pt x="0" y="2657859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t="-23625" r="-14575" b="9478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76200"/>
                <a:ext cx="6794746" cy="273405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9599"/>
                  </a:lnSpc>
                </a:pPr>
                <a:r>
                  <a:rPr lang="en-US" sz="7999" b="1" spc="-271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COOKING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210000">
              <a:off x="4941928" y="1937160"/>
              <a:ext cx="4692785" cy="1790728"/>
              <a:chOff x="0" y="0"/>
              <a:chExt cx="4659429" cy="1778000"/>
            </a:xfrm>
          </p:grpSpPr>
          <p:sp>
            <p:nvSpPr>
              <p:cNvPr id="14" name="Freeform 14" descr="/home/user/cooking-class/art/editable/assets/tex-orange-2.png"/>
              <p:cNvSpPr/>
              <p:nvPr/>
            </p:nvSpPr>
            <p:spPr>
              <a:xfrm>
                <a:off x="0" y="0"/>
                <a:ext cx="4659429" cy="1778000"/>
              </a:xfrm>
              <a:custGeom>
                <a:avLst/>
                <a:gdLst/>
                <a:ahLst/>
                <a:cxnLst/>
                <a:rect l="l" t="t" r="r" b="b"/>
                <a:pathLst>
                  <a:path w="4659429" h="1778000">
                    <a:moveTo>
                      <a:pt x="0" y="0"/>
                    </a:moveTo>
                    <a:lnTo>
                      <a:pt x="4659429" y="0"/>
                    </a:lnTo>
                    <a:lnTo>
                      <a:pt x="4659429" y="1778000"/>
                    </a:lnTo>
                    <a:lnTo>
                      <a:pt x="0" y="1778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8465" r="-8465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210000">
              <a:off x="4613399" y="1558755"/>
              <a:ext cx="5487304" cy="2676887"/>
              <a:chOff x="0" y="0"/>
              <a:chExt cx="5448300" cy="265785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448300" cy="2657859"/>
              </a:xfrm>
              <a:custGeom>
                <a:avLst/>
                <a:gdLst/>
                <a:ahLst/>
                <a:cxnLst/>
                <a:rect l="l" t="t" r="r" b="b"/>
                <a:pathLst>
                  <a:path w="5448300" h="2657859">
                    <a:moveTo>
                      <a:pt x="0" y="0"/>
                    </a:moveTo>
                    <a:lnTo>
                      <a:pt x="5448300" y="0"/>
                    </a:lnTo>
                    <a:lnTo>
                      <a:pt x="5448300" y="2657859"/>
                    </a:lnTo>
                    <a:lnTo>
                      <a:pt x="0" y="2657859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t="-6494" b="26609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76200"/>
                <a:ext cx="5448300" cy="273405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9599"/>
                  </a:lnSpc>
                </a:pPr>
                <a:r>
                  <a:rPr lang="en-US" sz="7999" b="1" spc="-271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CLASS</a:t>
                </a:r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 rot="72000">
            <a:off x="1098952" y="3043023"/>
            <a:ext cx="5759275" cy="863996"/>
            <a:chOff x="0" y="0"/>
            <a:chExt cx="7679033" cy="1151995"/>
          </a:xfrm>
        </p:grpSpPr>
        <p:sp>
          <p:nvSpPr>
            <p:cNvPr id="19" name="Freeform 19" descr="/home/user/cooking-class/art/editable/assets/tex-navy-recipe.png"/>
            <p:cNvSpPr/>
            <p:nvPr/>
          </p:nvSpPr>
          <p:spPr>
            <a:xfrm>
              <a:off x="0" y="0"/>
              <a:ext cx="7679033" cy="1151995"/>
            </a:xfrm>
            <a:custGeom>
              <a:avLst/>
              <a:gdLst/>
              <a:ahLst/>
              <a:cxnLst/>
              <a:rect l="l" t="t" r="r" b="b"/>
              <a:pathLst>
                <a:path w="7679033" h="1151995">
                  <a:moveTo>
                    <a:pt x="0" y="0"/>
                  </a:moveTo>
                  <a:lnTo>
                    <a:pt x="7679033" y="0"/>
                  </a:lnTo>
                  <a:lnTo>
                    <a:pt x="7679033" y="1151995"/>
                  </a:lnTo>
                  <a:lnTo>
                    <a:pt x="0" y="11519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050" r="-4050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0" name="Group 20"/>
          <p:cNvGrpSpPr/>
          <p:nvPr/>
        </p:nvGrpSpPr>
        <p:grpSpPr>
          <a:xfrm rot="72000">
            <a:off x="461963" y="2976514"/>
            <a:ext cx="7000875" cy="987171"/>
            <a:chOff x="0" y="0"/>
            <a:chExt cx="9334500" cy="13162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334500" cy="1316228"/>
            </a:xfrm>
            <a:custGeom>
              <a:avLst/>
              <a:gdLst/>
              <a:ahLst/>
              <a:cxnLst/>
              <a:rect l="l" t="t" r="r" b="b"/>
              <a:pathLst>
                <a:path w="9334500" h="1316228">
                  <a:moveTo>
                    <a:pt x="0" y="0"/>
                  </a:moveTo>
                  <a:lnTo>
                    <a:pt x="9334500" y="0"/>
                  </a:lnTo>
                  <a:lnTo>
                    <a:pt x="9334500" y="1316228"/>
                  </a:lnTo>
                  <a:lnTo>
                    <a:pt x="0" y="13162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88976" b="-87393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9334500" cy="1354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 spc="-129">
                  <a:solidFill>
                    <a:srgbClr val="EBF0F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McDonald’s </a:t>
              </a:r>
              <a:r>
                <a:rPr lang="en-US" sz="3999" b="1" spc="-129">
                  <a:solidFill>
                    <a:srgbClr val="F2D54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Apple Pie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7047" y="4751453"/>
            <a:ext cx="6108697" cy="6089750"/>
            <a:chOff x="0" y="0"/>
            <a:chExt cx="8144929" cy="811966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45018" cy="8119756"/>
            </a:xfrm>
            <a:custGeom>
              <a:avLst/>
              <a:gdLst/>
              <a:ahLst/>
              <a:cxnLst/>
              <a:rect l="l" t="t" r="r" b="b"/>
              <a:pathLst>
                <a:path w="8145018" h="8119756">
                  <a:moveTo>
                    <a:pt x="0" y="336054"/>
                  </a:moveTo>
                  <a:cubicBezTo>
                    <a:pt x="0" y="150428"/>
                    <a:pt x="136779" y="0"/>
                    <a:pt x="305562" y="0"/>
                  </a:cubicBezTo>
                  <a:lnTo>
                    <a:pt x="7839456" y="0"/>
                  </a:lnTo>
                  <a:cubicBezTo>
                    <a:pt x="8008239" y="0"/>
                    <a:pt x="8145018" y="150428"/>
                    <a:pt x="8145018" y="336054"/>
                  </a:cubicBezTo>
                  <a:lnTo>
                    <a:pt x="8145018" y="7783710"/>
                  </a:lnTo>
                  <a:cubicBezTo>
                    <a:pt x="8145018" y="7969336"/>
                    <a:pt x="8008239" y="8119756"/>
                    <a:pt x="7839456" y="8119756"/>
                  </a:cubicBezTo>
                  <a:lnTo>
                    <a:pt x="305562" y="8119756"/>
                  </a:lnTo>
                  <a:cubicBezTo>
                    <a:pt x="136779" y="8119625"/>
                    <a:pt x="0" y="7969197"/>
                    <a:pt x="0" y="778371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7047" y="11518897"/>
            <a:ext cx="9405899" cy="3917947"/>
            <a:chOff x="0" y="0"/>
            <a:chExt cx="12541199" cy="522392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541160" cy="5223891"/>
            </a:xfrm>
            <a:custGeom>
              <a:avLst/>
              <a:gdLst/>
              <a:ahLst/>
              <a:cxnLst/>
              <a:rect l="l" t="t" r="r" b="b"/>
              <a:pathLst>
                <a:path w="12541160" h="5223891">
                  <a:moveTo>
                    <a:pt x="0" y="305816"/>
                  </a:moveTo>
                  <a:cubicBezTo>
                    <a:pt x="0" y="136906"/>
                    <a:pt x="139471" y="0"/>
                    <a:pt x="311546" y="0"/>
                  </a:cubicBezTo>
                  <a:lnTo>
                    <a:pt x="12229614" y="0"/>
                  </a:lnTo>
                  <a:cubicBezTo>
                    <a:pt x="12401689" y="0"/>
                    <a:pt x="12541160" y="136906"/>
                    <a:pt x="12541160" y="305816"/>
                  </a:cubicBezTo>
                  <a:lnTo>
                    <a:pt x="12541160" y="4918075"/>
                  </a:lnTo>
                  <a:cubicBezTo>
                    <a:pt x="12541160" y="5086985"/>
                    <a:pt x="12401689" y="5223891"/>
                    <a:pt x="12229614" y="5223891"/>
                  </a:cubicBezTo>
                  <a:lnTo>
                    <a:pt x="311546" y="5223891"/>
                  </a:lnTo>
                  <a:cubicBezTo>
                    <a:pt x="139471" y="5223891"/>
                    <a:pt x="0" y="5086985"/>
                    <a:pt x="0" y="4918075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7" name="Group 27"/>
          <p:cNvGrpSpPr/>
          <p:nvPr/>
        </p:nvGrpSpPr>
        <p:grpSpPr>
          <a:xfrm rot="-120000">
            <a:off x="925118" y="4418078"/>
            <a:ext cx="3009900" cy="666750"/>
            <a:chOff x="0" y="0"/>
            <a:chExt cx="4013200" cy="889000"/>
          </a:xfrm>
        </p:grpSpPr>
        <p:sp>
          <p:nvSpPr>
            <p:cNvPr id="28" name="Freeform 28" descr="/home/user/cooking-class/art/editable/assets/tex-orange-tab.png"/>
            <p:cNvSpPr/>
            <p:nvPr/>
          </p:nvSpPr>
          <p:spPr>
            <a:xfrm>
              <a:off x="0" y="0"/>
              <a:ext cx="4013200" cy="889000"/>
            </a:xfrm>
            <a:custGeom>
              <a:avLst/>
              <a:gdLst/>
              <a:ahLst/>
              <a:cxnLst/>
              <a:rect l="l" t="t" r="r" b="b"/>
              <a:pathLst>
                <a:path w="4013200" h="889000">
                  <a:moveTo>
                    <a:pt x="0" y="0"/>
                  </a:moveTo>
                  <a:lnTo>
                    <a:pt x="4013200" y="0"/>
                  </a:lnTo>
                  <a:lnTo>
                    <a:pt x="4013200" y="889000"/>
                  </a:lnTo>
                  <a:lnTo>
                    <a:pt x="0" y="88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9" name="Group 29"/>
          <p:cNvGrpSpPr/>
          <p:nvPr/>
        </p:nvGrpSpPr>
        <p:grpSpPr>
          <a:xfrm rot="-120000">
            <a:off x="857469" y="11239500"/>
            <a:ext cx="4019550" cy="666750"/>
            <a:chOff x="0" y="0"/>
            <a:chExt cx="5359400" cy="889000"/>
          </a:xfrm>
        </p:grpSpPr>
        <p:sp>
          <p:nvSpPr>
            <p:cNvPr id="30" name="Freeform 30" descr="/home/user/cooking-class/art/editable/assets/tex-navy-tab.png"/>
            <p:cNvSpPr/>
            <p:nvPr/>
          </p:nvSpPr>
          <p:spPr>
            <a:xfrm>
              <a:off x="0" y="0"/>
              <a:ext cx="5359400" cy="889000"/>
            </a:xfrm>
            <a:custGeom>
              <a:avLst/>
              <a:gdLst/>
              <a:ahLst/>
              <a:cxnLst/>
              <a:rect l="l" t="t" r="r" b="b"/>
              <a:pathLst>
                <a:path w="5359400" h="889000">
                  <a:moveTo>
                    <a:pt x="0" y="0"/>
                  </a:moveTo>
                  <a:lnTo>
                    <a:pt x="5359400" y="0"/>
                  </a:lnTo>
                  <a:lnTo>
                    <a:pt x="5359400" y="889000"/>
                  </a:lnTo>
                  <a:lnTo>
                    <a:pt x="0" y="88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1" name="Group 31"/>
          <p:cNvGrpSpPr/>
          <p:nvPr/>
        </p:nvGrpSpPr>
        <p:grpSpPr>
          <a:xfrm rot="-120000">
            <a:off x="857777" y="4395822"/>
            <a:ext cx="3009900" cy="666750"/>
            <a:chOff x="0" y="0"/>
            <a:chExt cx="4013200" cy="889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013200" cy="889000"/>
            </a:xfrm>
            <a:custGeom>
              <a:avLst/>
              <a:gdLst/>
              <a:ahLst/>
              <a:cxnLst/>
              <a:rect l="l" t="t" r="r" b="b"/>
              <a:pathLst>
                <a:path w="4013200" h="889000">
                  <a:moveTo>
                    <a:pt x="0" y="0"/>
                  </a:moveTo>
                  <a:lnTo>
                    <a:pt x="4013200" y="0"/>
                  </a:lnTo>
                  <a:lnTo>
                    <a:pt x="40132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7961" b="-3796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4013200" cy="917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 spc="-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INGREDIENTS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 rot="-120000">
            <a:off x="857469" y="11239500"/>
            <a:ext cx="4019550" cy="666750"/>
            <a:chOff x="0" y="0"/>
            <a:chExt cx="5359400" cy="889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59400" cy="889000"/>
            </a:xfrm>
            <a:custGeom>
              <a:avLst/>
              <a:gdLst/>
              <a:ahLst/>
              <a:cxnLst/>
              <a:rect l="l" t="t" r="r" b="b"/>
              <a:pathLst>
                <a:path w="5359400" h="889000">
                  <a:moveTo>
                    <a:pt x="0" y="0"/>
                  </a:moveTo>
                  <a:lnTo>
                    <a:pt x="5359400" y="0"/>
                  </a:lnTo>
                  <a:lnTo>
                    <a:pt x="53594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67466" b="-67466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5359400" cy="917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 spc="-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KITCHEN UTENSILS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927847" y="5327647"/>
            <a:ext cx="2870197" cy="2870197"/>
            <a:chOff x="0" y="0"/>
            <a:chExt cx="3826929" cy="382692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826891" cy="3826891"/>
            </a:xfrm>
            <a:custGeom>
              <a:avLst/>
              <a:gdLst/>
              <a:ahLst/>
              <a:cxnLst/>
              <a:rect l="l" t="t" r="r" b="b"/>
              <a:pathLst>
                <a:path w="3826891" h="3826891">
                  <a:moveTo>
                    <a:pt x="0" y="1913509"/>
                  </a:moveTo>
                  <a:cubicBezTo>
                    <a:pt x="0" y="856742"/>
                    <a:pt x="856742" y="0"/>
                    <a:pt x="1913509" y="0"/>
                  </a:cubicBezTo>
                  <a:cubicBezTo>
                    <a:pt x="2970276" y="0"/>
                    <a:pt x="3826891" y="856742"/>
                    <a:pt x="3826891" y="1913509"/>
                  </a:cubicBezTo>
                  <a:cubicBezTo>
                    <a:pt x="3826891" y="2970276"/>
                    <a:pt x="2970276" y="3826891"/>
                    <a:pt x="1913509" y="3826891"/>
                  </a:cubicBezTo>
                  <a:cubicBezTo>
                    <a:pt x="856742" y="3826891"/>
                    <a:pt x="0" y="2970276"/>
                    <a:pt x="0" y="1913509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934200" y="5334000"/>
            <a:ext cx="2857500" cy="2857500"/>
            <a:chOff x="0" y="0"/>
            <a:chExt cx="3810000" cy="3810000"/>
          </a:xfrm>
        </p:grpSpPr>
        <p:sp>
          <p:nvSpPr>
            <p:cNvPr id="40" name="Freeform 40" descr="/home/user/cooking-class/art/editable/assets/photo-circle.png"/>
            <p:cNvSpPr/>
            <p:nvPr/>
          </p:nvSpPr>
          <p:spPr>
            <a:xfrm>
              <a:off x="0" y="0"/>
              <a:ext cx="3810000" cy="3810000"/>
            </a:xfrm>
            <a:custGeom>
              <a:avLst/>
              <a:gdLst/>
              <a:ahLst/>
              <a:cxnLst/>
              <a:rect l="l" t="t" r="r" b="b"/>
              <a:pathLst>
                <a:path w="3810000" h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1" name="Group 41"/>
          <p:cNvGrpSpPr/>
          <p:nvPr/>
        </p:nvGrpSpPr>
        <p:grpSpPr>
          <a:xfrm rot="240000">
            <a:off x="6775447" y="8756647"/>
            <a:ext cx="3079747" cy="2336797"/>
            <a:chOff x="0" y="0"/>
            <a:chExt cx="4106329" cy="311572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106291" cy="3115691"/>
            </a:xfrm>
            <a:custGeom>
              <a:avLst/>
              <a:gdLst/>
              <a:ahLst/>
              <a:cxnLst/>
              <a:rect l="l" t="t" r="r" b="b"/>
              <a:pathLst>
                <a:path w="4106291" h="3115691">
                  <a:moveTo>
                    <a:pt x="0" y="0"/>
                  </a:moveTo>
                  <a:lnTo>
                    <a:pt x="4106291" y="0"/>
                  </a:lnTo>
                  <a:lnTo>
                    <a:pt x="4106291" y="3115691"/>
                  </a:lnTo>
                  <a:lnTo>
                    <a:pt x="0" y="31156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3" name="Group 43"/>
          <p:cNvGrpSpPr/>
          <p:nvPr/>
        </p:nvGrpSpPr>
        <p:grpSpPr>
          <a:xfrm rot="240000">
            <a:off x="6904072" y="8877576"/>
            <a:ext cx="2838450" cy="1866900"/>
            <a:chOff x="0" y="0"/>
            <a:chExt cx="3784600" cy="2489200"/>
          </a:xfrm>
        </p:grpSpPr>
        <p:sp>
          <p:nvSpPr>
            <p:cNvPr id="44" name="Freeform 44" descr="/home/user/cooking-class/art/editable/assets/photo-pola.png"/>
            <p:cNvSpPr/>
            <p:nvPr/>
          </p:nvSpPr>
          <p:spPr>
            <a:xfrm>
              <a:off x="0" y="0"/>
              <a:ext cx="3784600" cy="2489200"/>
            </a:xfrm>
            <a:custGeom>
              <a:avLst/>
              <a:gdLst/>
              <a:ahLst/>
              <a:cxnLst/>
              <a:rect l="l" t="t" r="r" b="b"/>
              <a:pathLst>
                <a:path w="3784600" h="2489200">
                  <a:moveTo>
                    <a:pt x="0" y="0"/>
                  </a:moveTo>
                  <a:lnTo>
                    <a:pt x="3784600" y="0"/>
                  </a:lnTo>
                  <a:lnTo>
                    <a:pt x="3784600" y="2489200"/>
                  </a:lnTo>
                  <a:lnTo>
                    <a:pt x="0" y="248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5" name="Group 45"/>
          <p:cNvGrpSpPr/>
          <p:nvPr/>
        </p:nvGrpSpPr>
        <p:grpSpPr>
          <a:xfrm rot="-480000">
            <a:off x="7727947" y="8604247"/>
            <a:ext cx="1060447" cy="355597"/>
            <a:chOff x="0" y="0"/>
            <a:chExt cx="1413929" cy="47412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413891" cy="474091"/>
            </a:xfrm>
            <a:custGeom>
              <a:avLst/>
              <a:gdLst/>
              <a:ahLst/>
              <a:cxnLst/>
              <a:rect l="l" t="t" r="r" b="b"/>
              <a:pathLst>
                <a:path w="1413891" h="474091">
                  <a:moveTo>
                    <a:pt x="0" y="0"/>
                  </a:moveTo>
                  <a:lnTo>
                    <a:pt x="1413891" y="0"/>
                  </a:lnTo>
                  <a:lnTo>
                    <a:pt x="1413891" y="474091"/>
                  </a:lnTo>
                  <a:lnTo>
                    <a:pt x="0" y="474091"/>
                  </a:lnTo>
                  <a:close/>
                </a:path>
              </a:pathLst>
            </a:custGeom>
            <a:solidFill>
              <a:srgbClr val="F2D541">
                <a:alpha val="72157"/>
              </a:srgbClr>
            </a:solidFill>
            <a:ln w="12700" cap="sq">
              <a:solidFill>
                <a:srgbClr val="F2D541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854394" y="15874994"/>
            <a:ext cx="4578213" cy="1567642"/>
            <a:chOff x="0" y="0"/>
            <a:chExt cx="6104284" cy="2090189"/>
          </a:xfrm>
        </p:grpSpPr>
        <p:grpSp>
          <p:nvGrpSpPr>
            <p:cNvPr id="48" name="Group 48"/>
            <p:cNvGrpSpPr/>
            <p:nvPr/>
          </p:nvGrpSpPr>
          <p:grpSpPr>
            <a:xfrm rot="-96000">
              <a:off x="25652" y="84130"/>
              <a:ext cx="6052980" cy="1921929"/>
              <a:chOff x="0" y="0"/>
              <a:chExt cx="6052980" cy="1921929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6052953" cy="1921891"/>
              </a:xfrm>
              <a:custGeom>
                <a:avLst/>
                <a:gdLst/>
                <a:ahLst/>
                <a:cxnLst/>
                <a:rect l="l" t="t" r="r" b="b"/>
                <a:pathLst>
                  <a:path w="6052953" h="1921891">
                    <a:moveTo>
                      <a:pt x="0" y="0"/>
                    </a:moveTo>
                    <a:lnTo>
                      <a:pt x="6052953" y="0"/>
                    </a:lnTo>
                    <a:lnTo>
                      <a:pt x="6052953" y="1921891"/>
                    </a:lnTo>
                    <a:lnTo>
                      <a:pt x="0" y="1921891"/>
                    </a:lnTo>
                    <a:close/>
                  </a:path>
                </a:pathLst>
              </a:custGeom>
              <a:solidFill>
                <a:srgbClr val="F4DD58"/>
              </a:solidFill>
              <a:ln w="12700" cap="sq">
                <a:solidFill>
                  <a:srgbClr val="F4DD5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-96000">
              <a:off x="484438" y="615381"/>
              <a:ext cx="431800" cy="431800"/>
              <a:chOff x="0" y="0"/>
              <a:chExt cx="431800" cy="431800"/>
            </a:xfrm>
          </p:grpSpPr>
          <p:sp>
            <p:nvSpPr>
              <p:cNvPr id="51" name="Freeform 51" descr="/home/user/cooking-class/art/editable/assets/icon-0-0.png"/>
              <p:cNvSpPr/>
              <p:nvPr/>
            </p:nvSpPr>
            <p:spPr>
              <a:xfrm>
                <a:off x="0" y="0"/>
                <a:ext cx="43180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431800" h="431800">
                    <a:moveTo>
                      <a:pt x="0" y="0"/>
                    </a:moveTo>
                    <a:lnTo>
                      <a:pt x="431800" y="0"/>
                    </a:lnTo>
                    <a:lnTo>
                      <a:pt x="431800" y="431800"/>
                    </a:lnTo>
                    <a:lnTo>
                      <a:pt x="0" y="431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 rot="-96000">
              <a:off x="1083955" y="433377"/>
              <a:ext cx="1653756" cy="742366"/>
              <a:chOff x="0" y="0"/>
              <a:chExt cx="1653756" cy="74236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1653751" cy="742372"/>
              </a:xfrm>
              <a:custGeom>
                <a:avLst/>
                <a:gdLst/>
                <a:ahLst/>
                <a:cxnLst/>
                <a:rect l="l" t="t" r="r" b="b"/>
                <a:pathLst>
                  <a:path w="1653751" h="742372">
                    <a:moveTo>
                      <a:pt x="0" y="0"/>
                    </a:moveTo>
                    <a:lnTo>
                      <a:pt x="1653751" y="0"/>
                    </a:lnTo>
                    <a:lnTo>
                      <a:pt x="1653751" y="742372"/>
                    </a:lnTo>
                    <a:lnTo>
                      <a:pt x="0" y="742372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595" r="-7595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0" y="-28575"/>
                <a:ext cx="1653756" cy="77094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600"/>
                  </a:lnSpc>
                </a:pPr>
                <a:r>
                  <a:rPr lang="en-US" sz="3000" b="1" spc="-80">
                    <a:solidFill>
                      <a:srgbClr val="00275B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16.10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 rot="-96000">
              <a:off x="2390416" y="525807"/>
              <a:ext cx="163551" cy="511975"/>
              <a:chOff x="0" y="0"/>
              <a:chExt cx="163551" cy="51197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63549" cy="511973"/>
              </a:xfrm>
              <a:custGeom>
                <a:avLst/>
                <a:gdLst/>
                <a:ahLst/>
                <a:cxnLst/>
                <a:rect l="l" t="t" r="r" b="b"/>
                <a:pathLst>
                  <a:path w="163549" h="511973">
                    <a:moveTo>
                      <a:pt x="0" y="0"/>
                    </a:moveTo>
                    <a:lnTo>
                      <a:pt x="163549" y="0"/>
                    </a:lnTo>
                    <a:lnTo>
                      <a:pt x="163549" y="511973"/>
                    </a:lnTo>
                    <a:lnTo>
                      <a:pt x="0" y="511973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351641" r="-351642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28575"/>
                <a:ext cx="163551" cy="5405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9A8A2E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|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 rot="-96000">
              <a:off x="2724515" y="552808"/>
              <a:ext cx="431800" cy="431800"/>
              <a:chOff x="0" y="0"/>
              <a:chExt cx="431800" cy="431800"/>
            </a:xfrm>
          </p:grpSpPr>
          <p:sp>
            <p:nvSpPr>
              <p:cNvPr id="59" name="Freeform 59" descr="/home/user/cooking-class/art/editable/assets/icon-0-3.png"/>
              <p:cNvSpPr/>
              <p:nvPr/>
            </p:nvSpPr>
            <p:spPr>
              <a:xfrm>
                <a:off x="0" y="0"/>
                <a:ext cx="43180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431800" h="431800">
                    <a:moveTo>
                      <a:pt x="0" y="0"/>
                    </a:moveTo>
                    <a:lnTo>
                      <a:pt x="431800" y="0"/>
                    </a:lnTo>
                    <a:lnTo>
                      <a:pt x="431800" y="431800"/>
                    </a:lnTo>
                    <a:lnTo>
                      <a:pt x="0" y="431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 rot="-96000">
              <a:off x="3324031" y="368048"/>
              <a:ext cx="1752727" cy="745134"/>
              <a:chOff x="0" y="0"/>
              <a:chExt cx="1752727" cy="745134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1752732" cy="745136"/>
              </a:xfrm>
              <a:custGeom>
                <a:avLst/>
                <a:gdLst/>
                <a:ahLst/>
                <a:cxnLst/>
                <a:rect l="l" t="t" r="r" b="b"/>
                <a:pathLst>
                  <a:path w="1752732" h="745136">
                    <a:moveTo>
                      <a:pt x="0" y="0"/>
                    </a:moveTo>
                    <a:lnTo>
                      <a:pt x="1752732" y="0"/>
                    </a:lnTo>
                    <a:lnTo>
                      <a:pt x="1752732" y="745136"/>
                    </a:lnTo>
                    <a:lnTo>
                      <a:pt x="0" y="745136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4545" r="-4545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0" y="-28575"/>
                <a:ext cx="1752727" cy="77370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600"/>
                  </a:lnSpc>
                </a:pPr>
                <a:r>
                  <a:rPr lang="en-US" sz="3000" b="1" spc="-80">
                    <a:solidFill>
                      <a:srgbClr val="00275B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19:30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 rot="-96000">
              <a:off x="501101" y="1212052"/>
              <a:ext cx="431800" cy="431800"/>
              <a:chOff x="0" y="0"/>
              <a:chExt cx="431800" cy="431800"/>
            </a:xfrm>
          </p:grpSpPr>
          <p:sp>
            <p:nvSpPr>
              <p:cNvPr id="64" name="Freeform 64" descr="/home/user/cooking-class/art/editable/assets/icon-1-0.png"/>
              <p:cNvSpPr/>
              <p:nvPr/>
            </p:nvSpPr>
            <p:spPr>
              <a:xfrm>
                <a:off x="0" y="0"/>
                <a:ext cx="43180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431800" h="431800">
                    <a:moveTo>
                      <a:pt x="0" y="0"/>
                    </a:moveTo>
                    <a:lnTo>
                      <a:pt x="431800" y="0"/>
                    </a:lnTo>
                    <a:lnTo>
                      <a:pt x="431800" y="431800"/>
                    </a:lnTo>
                    <a:lnTo>
                      <a:pt x="0" y="431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 rot="-96000">
              <a:off x="1103462" y="1056045"/>
              <a:ext cx="4353154" cy="602120"/>
              <a:chOff x="0" y="0"/>
              <a:chExt cx="4353154" cy="60212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4353155" cy="602124"/>
              </a:xfrm>
              <a:custGeom>
                <a:avLst/>
                <a:gdLst/>
                <a:ahLst/>
                <a:cxnLst/>
                <a:rect l="l" t="t" r="r" b="b"/>
                <a:pathLst>
                  <a:path w="4353155" h="602124">
                    <a:moveTo>
                      <a:pt x="0" y="0"/>
                    </a:moveTo>
                    <a:lnTo>
                      <a:pt x="4353155" y="0"/>
                    </a:lnTo>
                    <a:lnTo>
                      <a:pt x="4353155" y="602124"/>
                    </a:lnTo>
                    <a:lnTo>
                      <a:pt x="0" y="602124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t="-90870" b="-90869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0" y="-19050"/>
                <a:ext cx="4353154" cy="62117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520"/>
                  </a:lnSpc>
                </a:pPr>
                <a:r>
                  <a:rPr lang="en-US" sz="2100" b="1" spc="-79">
                    <a:solidFill>
                      <a:srgbClr val="00275B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Online · Zoom Meeting</a:t>
                </a:r>
              </a:p>
            </p:txBody>
          </p:sp>
        </p:grpSp>
      </p:grpSp>
      <p:sp>
        <p:nvSpPr>
          <p:cNvPr id="68" name="Freeform 68"/>
          <p:cNvSpPr/>
          <p:nvPr/>
        </p:nvSpPr>
        <p:spPr>
          <a:xfrm>
            <a:off x="1090536" y="16113119"/>
            <a:ext cx="977502" cy="1221878"/>
          </a:xfrm>
          <a:custGeom>
            <a:avLst/>
            <a:gdLst/>
            <a:ahLst/>
            <a:cxnLst/>
            <a:rect l="l" t="t" r="r" b="b"/>
            <a:pathLst>
              <a:path w="977502" h="1221878">
                <a:moveTo>
                  <a:pt x="0" y="0"/>
                </a:moveTo>
                <a:lnTo>
                  <a:pt x="977502" y="0"/>
                </a:lnTo>
                <a:lnTo>
                  <a:pt x="977502" y="1221877"/>
                </a:lnTo>
                <a:lnTo>
                  <a:pt x="0" y="122187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9" name="Freeform 69"/>
          <p:cNvSpPr/>
          <p:nvPr/>
        </p:nvSpPr>
        <p:spPr>
          <a:xfrm>
            <a:off x="4599406" y="10516395"/>
            <a:ext cx="1450972" cy="1450972"/>
          </a:xfrm>
          <a:custGeom>
            <a:avLst/>
            <a:gdLst/>
            <a:ahLst/>
            <a:cxnLst/>
            <a:rect l="l" t="t" r="r" b="b"/>
            <a:pathLst>
              <a:path w="1450972" h="1450972">
                <a:moveTo>
                  <a:pt x="0" y="0"/>
                </a:moveTo>
                <a:lnTo>
                  <a:pt x="1450972" y="0"/>
                </a:lnTo>
                <a:lnTo>
                  <a:pt x="1450972" y="1450972"/>
                </a:lnTo>
                <a:lnTo>
                  <a:pt x="0" y="145097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32211" t="-124544" r="-3288" b="-11095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0" name="Freeform 70"/>
          <p:cNvSpPr/>
          <p:nvPr/>
        </p:nvSpPr>
        <p:spPr>
          <a:xfrm>
            <a:off x="5653981" y="3967231"/>
            <a:ext cx="1462823" cy="1528763"/>
          </a:xfrm>
          <a:custGeom>
            <a:avLst/>
            <a:gdLst/>
            <a:ahLst/>
            <a:cxnLst/>
            <a:rect l="l" t="t" r="r" b="b"/>
            <a:pathLst>
              <a:path w="1462823" h="1528763">
                <a:moveTo>
                  <a:pt x="0" y="0"/>
                </a:moveTo>
                <a:lnTo>
                  <a:pt x="1462824" y="0"/>
                </a:lnTo>
                <a:lnTo>
                  <a:pt x="1462824" y="1528763"/>
                </a:lnTo>
                <a:lnTo>
                  <a:pt x="0" y="152876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182775" b="-170578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71" name="Group 71"/>
          <p:cNvGrpSpPr/>
          <p:nvPr/>
        </p:nvGrpSpPr>
        <p:grpSpPr>
          <a:xfrm>
            <a:off x="908047" y="5253828"/>
            <a:ext cx="5142331" cy="616934"/>
            <a:chOff x="0" y="-9525"/>
            <a:chExt cx="6856442" cy="822578"/>
          </a:xfrm>
        </p:grpSpPr>
        <p:grpSp>
          <p:nvGrpSpPr>
            <p:cNvPr id="72" name="Group 72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8471" y="101600"/>
              <a:ext cx="279400" cy="279400"/>
              <a:chOff x="0" y="0"/>
              <a:chExt cx="279400" cy="27940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77" name="TextBox 77"/>
            <p:cNvSpPr txBox="1"/>
            <p:nvPr/>
          </p:nvSpPr>
          <p:spPr>
            <a:xfrm>
              <a:off x="516471" y="-9525"/>
              <a:ext cx="4513732" cy="46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Thin pastel dough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16471" y="466724"/>
              <a:ext cx="6339971" cy="3463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Massa de pastel </a:t>
              </a: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fina</a:t>
              </a: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(</a:t>
              </a: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retangular</a:t>
              </a: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</a:t>
              </a: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</a:t>
              </a: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rolo</a:t>
              </a: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)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08047" y="5921265"/>
            <a:ext cx="3070542" cy="617369"/>
            <a:chOff x="0" y="-9525"/>
            <a:chExt cx="4094056" cy="823159"/>
          </a:xfrm>
        </p:grpSpPr>
        <p:grpSp>
          <p:nvGrpSpPr>
            <p:cNvPr id="80" name="Group 80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8471" y="110058"/>
              <a:ext cx="279400" cy="279400"/>
              <a:chOff x="0" y="0"/>
              <a:chExt cx="279400" cy="2794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85" name="TextBox 85"/>
            <p:cNvSpPr txBox="1"/>
            <p:nvPr/>
          </p:nvSpPr>
          <p:spPr>
            <a:xfrm>
              <a:off x="516471" y="-9525"/>
              <a:ext cx="3577585" cy="46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 Apple 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16471" y="466725"/>
              <a:ext cx="1270000" cy="3469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 </a:t>
              </a: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maça</a:t>
              </a:r>
              <a:endParaRPr lang="en-US" sz="1650" dirty="0">
                <a:solidFill>
                  <a:srgbClr val="4E6A8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908047" y="6595845"/>
            <a:ext cx="5721353" cy="603822"/>
            <a:chOff x="0" y="0"/>
            <a:chExt cx="7628471" cy="805096"/>
          </a:xfrm>
        </p:grpSpPr>
        <p:grpSp>
          <p:nvGrpSpPr>
            <p:cNvPr id="88" name="Group 88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8471" y="101600"/>
              <a:ext cx="279400" cy="279400"/>
              <a:chOff x="0" y="0"/>
              <a:chExt cx="279400" cy="27940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93" name="TextBox 93"/>
            <p:cNvSpPr txBox="1"/>
            <p:nvPr/>
          </p:nvSpPr>
          <p:spPr>
            <a:xfrm>
              <a:off x="516471" y="-9525"/>
              <a:ext cx="7112000" cy="46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½ Cup sugar 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516471" y="466725"/>
              <a:ext cx="7112000" cy="338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meia xícara de açúcar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08047" y="7923575"/>
            <a:ext cx="5721353" cy="611424"/>
            <a:chOff x="0" y="-9525"/>
            <a:chExt cx="7628471" cy="815232"/>
          </a:xfrm>
        </p:grpSpPr>
        <p:grpSp>
          <p:nvGrpSpPr>
            <p:cNvPr id="96" name="Group 96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8471" y="101600"/>
              <a:ext cx="279400" cy="279400"/>
              <a:chOff x="0" y="0"/>
              <a:chExt cx="279400" cy="279400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101" name="TextBox 101"/>
            <p:cNvSpPr txBox="1"/>
            <p:nvPr/>
          </p:nvSpPr>
          <p:spPr>
            <a:xfrm>
              <a:off x="516471" y="-9525"/>
              <a:ext cx="7112000" cy="454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87"/>
                </a:lnSpc>
              </a:pPr>
              <a:r>
                <a:rPr lang="en-US" sz="2250" b="1" spc="-29" dirty="0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½ Cup Cornstarch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516471" y="466725"/>
              <a:ext cx="7112000" cy="338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62"/>
                </a:lnSpc>
              </a:pP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Meia </a:t>
              </a: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xícara</a:t>
              </a: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amido de </a:t>
              </a: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milho</a:t>
              </a:r>
              <a:endParaRPr lang="en-US" sz="1650" dirty="0">
                <a:solidFill>
                  <a:srgbClr val="4E6A8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908047" y="8618221"/>
            <a:ext cx="5721353" cy="603822"/>
            <a:chOff x="0" y="0"/>
            <a:chExt cx="7628471" cy="805096"/>
          </a:xfrm>
        </p:grpSpPr>
        <p:grpSp>
          <p:nvGrpSpPr>
            <p:cNvPr id="104" name="Group 104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8471" y="101600"/>
              <a:ext cx="279400" cy="279400"/>
              <a:chOff x="0" y="0"/>
              <a:chExt cx="279400" cy="27940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109" name="TextBox 109"/>
            <p:cNvSpPr txBox="1"/>
            <p:nvPr/>
          </p:nvSpPr>
          <p:spPr>
            <a:xfrm>
              <a:off x="516471" y="-9525"/>
              <a:ext cx="7112000" cy="46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 Lime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516471" y="466725"/>
              <a:ext cx="7112000" cy="338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 </a:t>
              </a: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Limão</a:t>
              </a: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taiti</a:t>
              </a:r>
              <a:endParaRPr lang="en-US" sz="1650" dirty="0">
                <a:solidFill>
                  <a:srgbClr val="4E6A8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908047" y="9993225"/>
            <a:ext cx="5721353" cy="603822"/>
            <a:chOff x="0" y="0"/>
            <a:chExt cx="7628471" cy="805096"/>
          </a:xfrm>
        </p:grpSpPr>
        <p:grpSp>
          <p:nvGrpSpPr>
            <p:cNvPr id="112" name="Group 112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>
              <a:off x="8471" y="101600"/>
              <a:ext cx="279400" cy="279400"/>
              <a:chOff x="0" y="0"/>
              <a:chExt cx="279400" cy="279400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117" name="TextBox 117"/>
            <p:cNvSpPr txBox="1"/>
            <p:nvPr/>
          </p:nvSpPr>
          <p:spPr>
            <a:xfrm>
              <a:off x="516471" y="-9525"/>
              <a:ext cx="1026636" cy="46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 egg 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516471" y="466725"/>
              <a:ext cx="7112000" cy="338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Ovo 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08047" y="12184856"/>
            <a:ext cx="2898054" cy="669100"/>
            <a:chOff x="0" y="-9525"/>
            <a:chExt cx="3864072" cy="892133"/>
          </a:xfrm>
        </p:grpSpPr>
        <p:grpSp>
          <p:nvGrpSpPr>
            <p:cNvPr id="120" name="Group 120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>
              <a:off x="21171" y="123148"/>
              <a:ext cx="279400" cy="279400"/>
              <a:chOff x="0" y="0"/>
              <a:chExt cx="279400" cy="279400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4" name="TextBox 124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125" name="TextBox 125"/>
            <p:cNvSpPr txBox="1"/>
            <p:nvPr/>
          </p:nvSpPr>
          <p:spPr>
            <a:xfrm>
              <a:off x="516471" y="-9525"/>
              <a:ext cx="3347601" cy="892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Cutting board</a:t>
              </a:r>
            </a:p>
            <a:p>
              <a:pPr algn="l">
                <a:lnSpc>
                  <a:spcPts val="2587"/>
                </a:lnSpc>
              </a:pPr>
              <a:endParaRPr lang="en-US" sz="2250" b="1" spc="-29">
                <a:solidFill>
                  <a:srgbClr val="00275B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509105" y="479997"/>
              <a:ext cx="2801365" cy="3358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Tábua</a:t>
              </a: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de </a:t>
              </a: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cortar</a:t>
              </a:r>
              <a:endParaRPr lang="en-US" sz="1650" dirty="0">
                <a:solidFill>
                  <a:srgbClr val="4E6A8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4350254" y="12221067"/>
            <a:ext cx="1949276" cy="603822"/>
            <a:chOff x="0" y="0"/>
            <a:chExt cx="2599034" cy="805096"/>
          </a:xfrm>
        </p:grpSpPr>
        <p:grpSp>
          <p:nvGrpSpPr>
            <p:cNvPr id="128" name="Group 128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>
              <a:off x="8471" y="101600"/>
              <a:ext cx="279400" cy="279400"/>
              <a:chOff x="0" y="0"/>
              <a:chExt cx="279400" cy="27940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2" name="TextBox 132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133" name="TextBox 133"/>
            <p:cNvSpPr txBox="1"/>
            <p:nvPr/>
          </p:nvSpPr>
          <p:spPr>
            <a:xfrm>
              <a:off x="516471" y="-9525"/>
              <a:ext cx="2082563" cy="46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Spoon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516471" y="466725"/>
              <a:ext cx="2082563" cy="338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Colher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908047" y="12971780"/>
            <a:ext cx="3206215" cy="603822"/>
            <a:chOff x="0" y="0"/>
            <a:chExt cx="4274953" cy="805096"/>
          </a:xfrm>
        </p:grpSpPr>
        <p:grpSp>
          <p:nvGrpSpPr>
            <p:cNvPr id="136" name="Group 136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38" name="Group 138"/>
            <p:cNvGrpSpPr/>
            <p:nvPr/>
          </p:nvGrpSpPr>
          <p:grpSpPr>
            <a:xfrm>
              <a:off x="8471" y="101600"/>
              <a:ext cx="279400" cy="279400"/>
              <a:chOff x="0" y="0"/>
              <a:chExt cx="279400" cy="279400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0" name="TextBox 140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141" name="TextBox 141"/>
            <p:cNvSpPr txBox="1"/>
            <p:nvPr/>
          </p:nvSpPr>
          <p:spPr>
            <a:xfrm>
              <a:off x="516471" y="-9525"/>
              <a:ext cx="3758482" cy="46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Knife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516471" y="466725"/>
              <a:ext cx="3347601" cy="338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Faca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4350254" y="13009552"/>
            <a:ext cx="1949276" cy="603822"/>
            <a:chOff x="0" y="0"/>
            <a:chExt cx="2599034" cy="805096"/>
          </a:xfrm>
        </p:grpSpPr>
        <p:grpSp>
          <p:nvGrpSpPr>
            <p:cNvPr id="144" name="Group 144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46" name="Group 146"/>
            <p:cNvGrpSpPr/>
            <p:nvPr/>
          </p:nvGrpSpPr>
          <p:grpSpPr>
            <a:xfrm>
              <a:off x="8471" y="101600"/>
              <a:ext cx="279400" cy="279400"/>
              <a:chOff x="0" y="0"/>
              <a:chExt cx="279400" cy="279400"/>
            </a:xfrm>
          </p:grpSpPr>
          <p:sp>
            <p:nvSpPr>
              <p:cNvPr id="147" name="Freeform 147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149" name="TextBox 149"/>
            <p:cNvSpPr txBox="1"/>
            <p:nvPr/>
          </p:nvSpPr>
          <p:spPr>
            <a:xfrm>
              <a:off x="516471" y="-9525"/>
              <a:ext cx="2082563" cy="46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Plate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516471" y="466725"/>
              <a:ext cx="2082563" cy="338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Prato</a:t>
              </a:r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908047" y="13693426"/>
            <a:ext cx="3201377" cy="860997"/>
            <a:chOff x="0" y="0"/>
            <a:chExt cx="4268503" cy="1147996"/>
          </a:xfrm>
        </p:grpSpPr>
        <p:grpSp>
          <p:nvGrpSpPr>
            <p:cNvPr id="152" name="Group 152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153" name="Freeform 153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8471" y="101600"/>
              <a:ext cx="279400" cy="279400"/>
              <a:chOff x="0" y="0"/>
              <a:chExt cx="279400" cy="279400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6" name="TextBox 156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157" name="TextBox 157"/>
            <p:cNvSpPr txBox="1"/>
            <p:nvPr/>
          </p:nvSpPr>
          <p:spPr>
            <a:xfrm>
              <a:off x="516471" y="-9525"/>
              <a:ext cx="2596434" cy="46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 Small bowls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516471" y="466725"/>
              <a:ext cx="3752032" cy="681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 Tigelas pequenas (que possa ir no microwondas)</a:t>
              </a:r>
            </a:p>
          </p:txBody>
        </p:sp>
      </p:grpSp>
      <p:grpSp>
        <p:nvGrpSpPr>
          <p:cNvPr id="159" name="Group 159"/>
          <p:cNvGrpSpPr/>
          <p:nvPr/>
        </p:nvGrpSpPr>
        <p:grpSpPr>
          <a:xfrm>
            <a:off x="4350254" y="13798037"/>
            <a:ext cx="1949276" cy="603822"/>
            <a:chOff x="0" y="0"/>
            <a:chExt cx="2599034" cy="805096"/>
          </a:xfrm>
        </p:grpSpPr>
        <p:grpSp>
          <p:nvGrpSpPr>
            <p:cNvPr id="160" name="Group 160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161" name="Freeform 161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62" name="Group 162"/>
            <p:cNvGrpSpPr/>
            <p:nvPr/>
          </p:nvGrpSpPr>
          <p:grpSpPr>
            <a:xfrm>
              <a:off x="8471" y="101600"/>
              <a:ext cx="279400" cy="279400"/>
              <a:chOff x="0" y="0"/>
              <a:chExt cx="279400" cy="279400"/>
            </a:xfrm>
          </p:grpSpPr>
          <p:sp>
            <p:nvSpPr>
              <p:cNvPr id="163" name="Freeform 163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4" name="TextBox 164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165" name="TextBox 165"/>
            <p:cNvSpPr txBox="1"/>
            <p:nvPr/>
          </p:nvSpPr>
          <p:spPr>
            <a:xfrm>
              <a:off x="516471" y="-9525"/>
              <a:ext cx="2082563" cy="46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Fork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516471" y="466725"/>
              <a:ext cx="2082563" cy="338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Garfo</a:t>
              </a:r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908047" y="14672247"/>
            <a:ext cx="3199862" cy="603822"/>
            <a:chOff x="0" y="0"/>
            <a:chExt cx="4266482" cy="805096"/>
          </a:xfrm>
        </p:grpSpPr>
        <p:grpSp>
          <p:nvGrpSpPr>
            <p:cNvPr id="168" name="Group 168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169" name="Freeform 169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70" name="Group 170"/>
            <p:cNvGrpSpPr/>
            <p:nvPr/>
          </p:nvGrpSpPr>
          <p:grpSpPr>
            <a:xfrm>
              <a:off x="8471" y="101600"/>
              <a:ext cx="279400" cy="279400"/>
              <a:chOff x="0" y="0"/>
              <a:chExt cx="279400" cy="279400"/>
            </a:xfrm>
          </p:grpSpPr>
          <p:sp>
            <p:nvSpPr>
              <p:cNvPr id="171" name="Freeform 171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2" name="TextBox 172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173" name="TextBox 173"/>
            <p:cNvSpPr txBox="1"/>
            <p:nvPr/>
          </p:nvSpPr>
          <p:spPr>
            <a:xfrm>
              <a:off x="516471" y="-9525"/>
              <a:ext cx="3750011" cy="46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Pastry brush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516471" y="466725"/>
              <a:ext cx="3750011" cy="338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Pincel de cozinha</a:t>
              </a:r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4350254" y="14586522"/>
            <a:ext cx="1949276" cy="603822"/>
            <a:chOff x="0" y="0"/>
            <a:chExt cx="2599034" cy="805096"/>
          </a:xfrm>
        </p:grpSpPr>
        <p:grpSp>
          <p:nvGrpSpPr>
            <p:cNvPr id="176" name="Group 176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177" name="Freeform 177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78" name="Group 178"/>
            <p:cNvGrpSpPr/>
            <p:nvPr/>
          </p:nvGrpSpPr>
          <p:grpSpPr>
            <a:xfrm>
              <a:off x="8471" y="101600"/>
              <a:ext cx="279400" cy="279400"/>
              <a:chOff x="0" y="0"/>
              <a:chExt cx="279400" cy="279400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0" name="TextBox 180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181" name="TextBox 181"/>
            <p:cNvSpPr txBox="1"/>
            <p:nvPr/>
          </p:nvSpPr>
          <p:spPr>
            <a:xfrm>
              <a:off x="516471" y="-9525"/>
              <a:ext cx="2082563" cy="46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Air fryer</a:t>
              </a:r>
            </a:p>
          </p:txBody>
        </p:sp>
        <p:sp>
          <p:nvSpPr>
            <p:cNvPr id="182" name="TextBox 182"/>
            <p:cNvSpPr txBox="1"/>
            <p:nvPr/>
          </p:nvSpPr>
          <p:spPr>
            <a:xfrm>
              <a:off x="516471" y="466725"/>
              <a:ext cx="2082563" cy="338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Air fryer</a:t>
              </a:r>
            </a:p>
          </p:txBody>
        </p:sp>
      </p:grpSp>
      <p:grpSp>
        <p:nvGrpSpPr>
          <p:cNvPr id="183" name="Group 183"/>
          <p:cNvGrpSpPr/>
          <p:nvPr/>
        </p:nvGrpSpPr>
        <p:grpSpPr>
          <a:xfrm>
            <a:off x="908047" y="7263282"/>
            <a:ext cx="5721353" cy="603822"/>
            <a:chOff x="0" y="0"/>
            <a:chExt cx="7628471" cy="805096"/>
          </a:xfrm>
        </p:grpSpPr>
        <p:grpSp>
          <p:nvGrpSpPr>
            <p:cNvPr id="184" name="Group 184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185" name="Freeform 185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86" name="Group 186"/>
            <p:cNvGrpSpPr/>
            <p:nvPr/>
          </p:nvGrpSpPr>
          <p:grpSpPr>
            <a:xfrm>
              <a:off x="8471" y="101600"/>
              <a:ext cx="279400" cy="279400"/>
              <a:chOff x="0" y="0"/>
              <a:chExt cx="279400" cy="27940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8" name="TextBox 188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189" name="TextBox 189"/>
            <p:cNvSpPr txBox="1"/>
            <p:nvPr/>
          </p:nvSpPr>
          <p:spPr>
            <a:xfrm>
              <a:off x="516471" y="-9525"/>
              <a:ext cx="7112000" cy="46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 dirty="0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½ Cup cinnamon powder</a:t>
              </a:r>
            </a:p>
          </p:txBody>
        </p:sp>
        <p:sp>
          <p:nvSpPr>
            <p:cNvPr id="190" name="TextBox 190"/>
            <p:cNvSpPr txBox="1"/>
            <p:nvPr/>
          </p:nvSpPr>
          <p:spPr>
            <a:xfrm>
              <a:off x="516471" y="466725"/>
              <a:ext cx="7112000" cy="338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Meia </a:t>
              </a: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xícara</a:t>
              </a: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</a:t>
              </a: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canela</a:t>
              </a: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</a:t>
              </a: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pó</a:t>
              </a:r>
              <a:endParaRPr lang="en-US" sz="1650" dirty="0">
                <a:solidFill>
                  <a:srgbClr val="4E6A8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91" name="Group 191"/>
          <p:cNvGrpSpPr/>
          <p:nvPr/>
        </p:nvGrpSpPr>
        <p:grpSpPr>
          <a:xfrm>
            <a:off x="908047" y="9305723"/>
            <a:ext cx="5721353" cy="603822"/>
            <a:chOff x="0" y="0"/>
            <a:chExt cx="7628471" cy="805096"/>
          </a:xfrm>
        </p:grpSpPr>
        <p:grpSp>
          <p:nvGrpSpPr>
            <p:cNvPr id="192" name="Group 192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193" name="Freeform 193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94" name="Group 194"/>
            <p:cNvGrpSpPr/>
            <p:nvPr/>
          </p:nvGrpSpPr>
          <p:grpSpPr>
            <a:xfrm>
              <a:off x="8471" y="101600"/>
              <a:ext cx="279400" cy="279400"/>
              <a:chOff x="0" y="0"/>
              <a:chExt cx="279400" cy="279400"/>
            </a:xfrm>
          </p:grpSpPr>
          <p:sp>
            <p:nvSpPr>
              <p:cNvPr id="195" name="Freeform 195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6" name="TextBox 196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197" name="TextBox 197"/>
            <p:cNvSpPr txBox="1"/>
            <p:nvPr/>
          </p:nvSpPr>
          <p:spPr>
            <a:xfrm>
              <a:off x="516471" y="-9525"/>
              <a:ext cx="7112000" cy="46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½ Cup of water</a:t>
              </a:r>
            </a:p>
          </p:txBody>
        </p:sp>
        <p:sp>
          <p:nvSpPr>
            <p:cNvPr id="198" name="TextBox 198"/>
            <p:cNvSpPr txBox="1"/>
            <p:nvPr/>
          </p:nvSpPr>
          <p:spPr>
            <a:xfrm>
              <a:off x="516471" y="466725"/>
              <a:ext cx="7112000" cy="338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Meia </a:t>
              </a: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xícara</a:t>
              </a:r>
              <a:r>
                <a:rPr lang="en-US" sz="1650" dirty="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de </a:t>
              </a:r>
              <a:r>
                <a:rPr lang="en-US" sz="1650" dirty="0" err="1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água</a:t>
              </a:r>
              <a:endParaRPr lang="en-US" sz="1650" dirty="0">
                <a:solidFill>
                  <a:srgbClr val="4E6A8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99" name="Group 199"/>
          <p:cNvGrpSpPr/>
          <p:nvPr/>
        </p:nvGrpSpPr>
        <p:grpSpPr>
          <a:xfrm>
            <a:off x="6856450" y="12221067"/>
            <a:ext cx="2935250" cy="625957"/>
            <a:chOff x="0" y="0"/>
            <a:chExt cx="3913667" cy="834610"/>
          </a:xfrm>
        </p:grpSpPr>
        <p:grpSp>
          <p:nvGrpSpPr>
            <p:cNvPr id="200" name="Group 200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201" name="Freeform 201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2" name="Group 202"/>
            <p:cNvGrpSpPr/>
            <p:nvPr/>
          </p:nvGrpSpPr>
          <p:grpSpPr>
            <a:xfrm>
              <a:off x="8471" y="101600"/>
              <a:ext cx="279400" cy="279400"/>
              <a:chOff x="0" y="0"/>
              <a:chExt cx="279400" cy="279400"/>
            </a:xfrm>
          </p:grpSpPr>
          <p:sp>
            <p:nvSpPr>
              <p:cNvPr id="203" name="Freeform 203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" name="TextBox 204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205" name="TextBox 205"/>
            <p:cNvSpPr txBox="1"/>
            <p:nvPr/>
          </p:nvSpPr>
          <p:spPr>
            <a:xfrm>
              <a:off x="516471" y="-9525"/>
              <a:ext cx="3397196" cy="46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Lemon squeezer</a:t>
              </a:r>
            </a:p>
          </p:txBody>
        </p:sp>
        <p:sp>
          <p:nvSpPr>
            <p:cNvPr id="206" name="TextBox 206"/>
            <p:cNvSpPr txBox="1"/>
            <p:nvPr/>
          </p:nvSpPr>
          <p:spPr>
            <a:xfrm>
              <a:off x="557260" y="496238"/>
              <a:ext cx="3279216" cy="338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Espremedor de limão</a:t>
              </a:r>
            </a:p>
          </p:txBody>
        </p:sp>
      </p:grpSp>
      <p:grpSp>
        <p:nvGrpSpPr>
          <p:cNvPr id="207" name="Group 207"/>
          <p:cNvGrpSpPr/>
          <p:nvPr/>
        </p:nvGrpSpPr>
        <p:grpSpPr>
          <a:xfrm>
            <a:off x="6866642" y="13056187"/>
            <a:ext cx="2366419" cy="603822"/>
            <a:chOff x="0" y="0"/>
            <a:chExt cx="3155225" cy="805096"/>
          </a:xfrm>
        </p:grpSpPr>
        <p:grpSp>
          <p:nvGrpSpPr>
            <p:cNvPr id="208" name="Group 208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209" name="Freeform 209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0" name="Group 210"/>
            <p:cNvGrpSpPr/>
            <p:nvPr/>
          </p:nvGrpSpPr>
          <p:grpSpPr>
            <a:xfrm>
              <a:off x="8471" y="101600"/>
              <a:ext cx="279400" cy="279400"/>
              <a:chOff x="0" y="0"/>
              <a:chExt cx="279400" cy="279400"/>
            </a:xfrm>
          </p:grpSpPr>
          <p:sp>
            <p:nvSpPr>
              <p:cNvPr id="211" name="Freeform 211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2" name="TextBox 212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213" name="TextBox 213"/>
            <p:cNvSpPr txBox="1"/>
            <p:nvPr/>
          </p:nvSpPr>
          <p:spPr>
            <a:xfrm>
              <a:off x="516471" y="-9525"/>
              <a:ext cx="2638754" cy="46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Microwave</a:t>
              </a:r>
            </a:p>
          </p:txBody>
        </p:sp>
        <p:sp>
          <p:nvSpPr>
            <p:cNvPr id="214" name="TextBox 214"/>
            <p:cNvSpPr txBox="1"/>
            <p:nvPr/>
          </p:nvSpPr>
          <p:spPr>
            <a:xfrm>
              <a:off x="516471" y="466725"/>
              <a:ext cx="2082563" cy="338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micro-ondas</a:t>
              </a:r>
            </a:p>
          </p:txBody>
        </p:sp>
      </p:grpSp>
      <p:grpSp>
        <p:nvGrpSpPr>
          <p:cNvPr id="215" name="Group 215"/>
          <p:cNvGrpSpPr/>
          <p:nvPr/>
        </p:nvGrpSpPr>
        <p:grpSpPr>
          <a:xfrm>
            <a:off x="6856450" y="13869559"/>
            <a:ext cx="3175423" cy="860997"/>
            <a:chOff x="0" y="0"/>
            <a:chExt cx="4233898" cy="1147996"/>
          </a:xfrm>
        </p:grpSpPr>
        <p:grpSp>
          <p:nvGrpSpPr>
            <p:cNvPr id="216" name="Group 216"/>
            <p:cNvGrpSpPr/>
            <p:nvPr/>
          </p:nvGrpSpPr>
          <p:grpSpPr>
            <a:xfrm>
              <a:off x="0" y="93129"/>
              <a:ext cx="296329" cy="296329"/>
              <a:chOff x="0" y="0"/>
              <a:chExt cx="296329" cy="296329"/>
            </a:xfrm>
          </p:grpSpPr>
          <p:sp>
            <p:nvSpPr>
              <p:cNvPr id="217" name="Freeform 217"/>
              <p:cNvSpPr/>
              <p:nvPr/>
            </p:nvSpPr>
            <p:spPr>
              <a:xfrm>
                <a:off x="0" y="0"/>
                <a:ext cx="296418" cy="296418"/>
              </a:xfrm>
              <a:custGeom>
                <a:avLst/>
                <a:gdLst/>
                <a:ahLst/>
                <a:cxnLst/>
                <a:rect l="l" t="t" r="r" b="b"/>
                <a:pathLst>
                  <a:path w="296418" h="296418">
                    <a:moveTo>
                      <a:pt x="0" y="90551"/>
                    </a:moveTo>
                    <a:cubicBezTo>
                      <a:pt x="0" y="40513"/>
                      <a:pt x="40513" y="0"/>
                      <a:pt x="90551" y="0"/>
                    </a:cubicBezTo>
                    <a:lnTo>
                      <a:pt x="205867" y="0"/>
                    </a:lnTo>
                    <a:cubicBezTo>
                      <a:pt x="255905" y="0"/>
                      <a:pt x="296418" y="40513"/>
                      <a:pt x="296418" y="90551"/>
                    </a:cubicBezTo>
                    <a:lnTo>
                      <a:pt x="296418" y="205867"/>
                    </a:lnTo>
                    <a:cubicBezTo>
                      <a:pt x="296418" y="255905"/>
                      <a:pt x="255905" y="296418"/>
                      <a:pt x="205867" y="296418"/>
                    </a:cubicBezTo>
                    <a:lnTo>
                      <a:pt x="90551" y="296418"/>
                    </a:lnTo>
                    <a:cubicBezTo>
                      <a:pt x="40513" y="296291"/>
                      <a:pt x="0" y="255778"/>
                      <a:pt x="0" y="205867"/>
                    </a:cubicBezTo>
                    <a:close/>
                  </a:path>
                </a:pathLst>
              </a:custGeom>
              <a:solidFill>
                <a:srgbClr val="00BF63"/>
              </a:solidFill>
              <a:ln w="127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8" name="Group 218"/>
            <p:cNvGrpSpPr/>
            <p:nvPr/>
          </p:nvGrpSpPr>
          <p:grpSpPr>
            <a:xfrm>
              <a:off x="8471" y="101600"/>
              <a:ext cx="279400" cy="279400"/>
              <a:chOff x="0" y="0"/>
              <a:chExt cx="279400" cy="279400"/>
            </a:xfrm>
          </p:grpSpPr>
          <p:sp>
            <p:nvSpPr>
              <p:cNvPr id="219" name="Freeform 219"/>
              <p:cNvSpPr/>
              <p:nvPr/>
            </p:nvSpPr>
            <p:spPr>
              <a:xfrm>
                <a:off x="0" y="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0"/>
                    </a:moveTo>
                    <a:lnTo>
                      <a:pt x="279400" y="0"/>
                    </a:lnTo>
                    <a:lnTo>
                      <a:pt x="279400" y="279400"/>
                    </a:lnTo>
                    <a:lnTo>
                      <a:pt x="0" y="27940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0" name="TextBox 220"/>
              <p:cNvSpPr txBox="1"/>
              <p:nvPr/>
            </p:nvSpPr>
            <p:spPr>
              <a:xfrm>
                <a:off x="0" y="-19050"/>
                <a:ext cx="279400" cy="2984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59"/>
                  </a:lnSpc>
                </a:pPr>
                <a:r>
                  <a:rPr lang="en-US" sz="12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✓</a:t>
                </a:r>
              </a:p>
            </p:txBody>
          </p:sp>
        </p:grpSp>
        <p:sp>
          <p:nvSpPr>
            <p:cNvPr id="221" name="TextBox 221"/>
            <p:cNvSpPr txBox="1"/>
            <p:nvPr/>
          </p:nvSpPr>
          <p:spPr>
            <a:xfrm>
              <a:off x="516471" y="-9525"/>
              <a:ext cx="3717427" cy="46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1" spc="-29">
                  <a:solidFill>
                    <a:srgbClr val="0027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Oven mitt</a:t>
              </a:r>
            </a:p>
          </p:txBody>
        </p:sp>
        <p:sp>
          <p:nvSpPr>
            <p:cNvPr id="222" name="TextBox 222"/>
            <p:cNvSpPr txBox="1"/>
            <p:nvPr/>
          </p:nvSpPr>
          <p:spPr>
            <a:xfrm>
              <a:off x="516471" y="466725"/>
              <a:ext cx="3093819" cy="681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650">
                  <a:solidFill>
                    <a:srgbClr val="4E6A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Luva térmica de cozinha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</Words>
  <Application>Microsoft Office PowerPoint</Application>
  <PresentationFormat>Custom</PresentationFormat>
  <Paragraphs>69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Poppins Bold</vt:lpstr>
      <vt:lpstr>Arial Bold</vt:lpstr>
      <vt:lpstr>Montserrat</vt:lpstr>
      <vt:lpstr>Arial</vt:lpstr>
      <vt:lpstr>Poppins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EZ Class - Flyer Ingredientes e Utensílios (editável) v2</dc:title>
  <cp:lastModifiedBy>Andressa EzClass</cp:lastModifiedBy>
  <cp:revision>2</cp:revision>
  <dcterms:created xsi:type="dcterms:W3CDTF">2006-08-16T00:00:00Z</dcterms:created>
  <dcterms:modified xsi:type="dcterms:W3CDTF">2026-10-06T02:09:47Z</dcterms:modified>
  <dc:identifier>DAHXMaPtO_I</dc:identifier>
</cp:coreProperties>
</file>