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editable/assets/gingha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15887700"/>
            <a:ext cx="4000500" cy="2400300"/>
          </a:xfrm>
          <a:prstGeom prst="rect">
            <a:avLst/>
          </a:prstGeom>
        </p:spPr>
      </p:pic>
      <p:pic>
        <p:nvPicPr>
          <p:cNvPr id="3" name="Image 1" descr="/home/user/cooking-class/art/editable/assets/gingham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0"/>
            <a:ext cx="381000" cy="3733800"/>
          </a:xfrm>
          <a:prstGeom prst="rect">
            <a:avLst/>
          </a:prstGeom>
        </p:spPr>
      </p:pic>
      <p:pic>
        <p:nvPicPr>
          <p:cNvPr id="4" name="Image 2" descr="/home/user/cooking-class/art/editable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438150"/>
            <a:ext cx="1123950" cy="1276350"/>
          </a:xfrm>
          <a:prstGeom prst="rect">
            <a:avLst/>
          </a:prstGeom>
        </p:spPr>
      </p:pic>
      <p:pic>
        <p:nvPicPr>
          <p:cNvPr id="5" name="Image 3" descr="/home/user/cooking-class/art/editable/assets/tex-orange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90000">
            <a:off x="475395" y="526154"/>
            <a:ext cx="5838825" cy="1333500"/>
          </a:xfrm>
          <a:prstGeom prst="rect">
            <a:avLst/>
          </a:prstGeom>
        </p:spPr>
      </p:pic>
      <p:pic>
        <p:nvPicPr>
          <p:cNvPr id="6" name="Image 4" descr="/home/user/cooking-class/art/editable/assets/tex-orange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90000">
            <a:off x="1695639" y="1833355"/>
            <a:ext cx="4086225" cy="13335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390000">
            <a:off x="475395" y="526154"/>
            <a:ext cx="58388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50" b="1" spc="-3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COOKING</a:t>
            </a:r>
            <a:endParaRPr lang="en-US" sz="8850" dirty="0"/>
          </a:p>
        </p:txBody>
      </p:sp>
      <p:sp>
        <p:nvSpPr>
          <p:cNvPr id="8" name="Text 1"/>
          <p:cNvSpPr/>
          <p:nvPr/>
        </p:nvSpPr>
        <p:spPr>
          <a:xfrm rot="21390000">
            <a:off x="1695639" y="1833355"/>
            <a:ext cx="40862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50" b="1" spc="-3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</a:t>
            </a:r>
            <a:endParaRPr lang="en-US" sz="8850" dirty="0"/>
          </a:p>
        </p:txBody>
      </p:sp>
      <p:pic>
        <p:nvPicPr>
          <p:cNvPr id="9" name="Image 5" descr="/home/user/cooking-class/art/editable/assets/tex-navy-reci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">
            <a:off x="532730" y="3543300"/>
            <a:ext cx="7000875" cy="97155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 rot="72000">
            <a:off x="532730" y="3543300"/>
            <a:ext cx="700087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50" b="1" spc="-150" kern="0" dirty="0">
                <a:solidFill>
                  <a:srgbClr val="EBF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McDonald’s </a:t>
            </a:r>
            <a:pPr algn="ctr" indent="0" marL="0">
              <a:buNone/>
            </a:pPr>
            <a:r>
              <a:rPr lang="en-US" sz="4650" b="1" spc="-150" kern="0" dirty="0">
                <a:solidFill>
                  <a:srgbClr val="F2D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Pie</a:t>
            </a:r>
            <a:endParaRPr lang="en-US" sz="4650" dirty="0"/>
          </a:p>
        </p:txBody>
      </p:sp>
      <p:sp>
        <p:nvSpPr>
          <p:cNvPr id="11" name="Shape 3"/>
          <p:cNvSpPr/>
          <p:nvPr/>
        </p:nvSpPr>
        <p:spPr>
          <a:xfrm>
            <a:off x="533400" y="5143500"/>
            <a:ext cx="6096000" cy="55245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76200" dir="5400000">
              <a:srgbClr val="00275B">
                <a:alpha val="22000"/>
              </a:srgbClr>
            </a:outerShdw>
          </a:effectLst>
        </p:spPr>
      </p:sp>
      <p:sp>
        <p:nvSpPr>
          <p:cNvPr id="12" name="Shape 4"/>
          <p:cNvSpPr/>
          <p:nvPr/>
        </p:nvSpPr>
        <p:spPr>
          <a:xfrm>
            <a:off x="533400" y="11525250"/>
            <a:ext cx="9220200" cy="3905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58060000" dist="967740000" dir="324000000000">
              <a:srgbClr val="00275B">
                <a:alpha val="2200000000"/>
              </a:srgbClr>
            </a:outerShdw>
          </a:effectLst>
        </p:spPr>
      </p:sp>
      <p:sp>
        <p:nvSpPr>
          <p:cNvPr id="13" name="Shape 5"/>
          <p:cNvSpPr/>
          <p:nvPr/>
        </p:nvSpPr>
        <p:spPr>
          <a:xfrm>
            <a:off x="914400" y="5886450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914400" y="58864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1295400" y="5810250"/>
            <a:ext cx="533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Ready-made puff pastry</a:t>
            </a:r>
            <a:endParaRPr lang="en-US" sz="2250" dirty="0"/>
          </a:p>
        </p:txBody>
      </p:sp>
      <p:sp>
        <p:nvSpPr>
          <p:cNvPr id="16" name="Text 8"/>
          <p:cNvSpPr/>
          <p:nvPr/>
        </p:nvSpPr>
        <p:spPr>
          <a:xfrm>
            <a:off x="1295400" y="6167437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 folhada pronta (retangular ou em rolo)</a:t>
            </a:r>
            <a:endParaRPr lang="en-US" sz="1650" dirty="0"/>
          </a:p>
        </p:txBody>
      </p:sp>
      <p:sp>
        <p:nvSpPr>
          <p:cNvPr id="17" name="Shape 9"/>
          <p:cNvSpPr/>
          <p:nvPr/>
        </p:nvSpPr>
        <p:spPr>
          <a:xfrm>
            <a:off x="914400" y="6657975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14400" y="665797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1295400" y="6581775"/>
            <a:ext cx="533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Chopped apples</a:t>
            </a:r>
            <a:endParaRPr lang="en-US" sz="2250" dirty="0"/>
          </a:p>
        </p:txBody>
      </p:sp>
      <p:sp>
        <p:nvSpPr>
          <p:cNvPr id="20" name="Text 12"/>
          <p:cNvSpPr/>
          <p:nvPr/>
        </p:nvSpPr>
        <p:spPr>
          <a:xfrm>
            <a:off x="1295400" y="6938962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Maçãs picadas</a:t>
            </a:r>
            <a:endParaRPr lang="en-US" sz="1650" dirty="0"/>
          </a:p>
        </p:txBody>
      </p:sp>
      <p:sp>
        <p:nvSpPr>
          <p:cNvPr id="21" name="Shape 13"/>
          <p:cNvSpPr/>
          <p:nvPr/>
        </p:nvSpPr>
        <p:spPr>
          <a:xfrm>
            <a:off x="914400" y="7429500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914400" y="74295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295400" y="7353300"/>
            <a:ext cx="533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Sugar and ground cinnamon</a:t>
            </a:r>
            <a:endParaRPr lang="en-US" sz="2250" dirty="0"/>
          </a:p>
        </p:txBody>
      </p:sp>
      <p:sp>
        <p:nvSpPr>
          <p:cNvPr id="24" name="Text 16"/>
          <p:cNvSpPr/>
          <p:nvPr/>
        </p:nvSpPr>
        <p:spPr>
          <a:xfrm>
            <a:off x="1295400" y="7710487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Açúcar e canela em pó</a:t>
            </a:r>
            <a:endParaRPr lang="en-US" sz="1650" dirty="0"/>
          </a:p>
        </p:txBody>
      </p:sp>
      <p:sp>
        <p:nvSpPr>
          <p:cNvPr id="25" name="Shape 17"/>
          <p:cNvSpPr/>
          <p:nvPr/>
        </p:nvSpPr>
        <p:spPr>
          <a:xfrm>
            <a:off x="914400" y="8201025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914400" y="82010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1295400" y="8124825"/>
            <a:ext cx="533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Cornstarch</a:t>
            </a:r>
            <a:endParaRPr lang="en-US" sz="2250" dirty="0"/>
          </a:p>
        </p:txBody>
      </p:sp>
      <p:sp>
        <p:nvSpPr>
          <p:cNvPr id="28" name="Text 20"/>
          <p:cNvSpPr/>
          <p:nvPr/>
        </p:nvSpPr>
        <p:spPr>
          <a:xfrm>
            <a:off x="1295400" y="8482013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Amido de milho</a:t>
            </a:r>
            <a:endParaRPr lang="en-US" sz="1650" dirty="0"/>
          </a:p>
        </p:txBody>
      </p:sp>
      <p:sp>
        <p:nvSpPr>
          <p:cNvPr id="29" name="Shape 21"/>
          <p:cNvSpPr/>
          <p:nvPr/>
        </p:nvSpPr>
        <p:spPr>
          <a:xfrm>
            <a:off x="914400" y="8972550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914400" y="89725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1295400" y="8896350"/>
            <a:ext cx="533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Lemon juice and a little water</a:t>
            </a:r>
            <a:endParaRPr lang="en-US" sz="2250" dirty="0"/>
          </a:p>
        </p:txBody>
      </p:sp>
      <p:sp>
        <p:nvSpPr>
          <p:cNvPr id="32" name="Text 24"/>
          <p:cNvSpPr/>
          <p:nvPr/>
        </p:nvSpPr>
        <p:spPr>
          <a:xfrm>
            <a:off x="1295400" y="9253538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de limão e um pouco de água</a:t>
            </a:r>
            <a:endParaRPr lang="en-US" sz="1650" dirty="0"/>
          </a:p>
        </p:txBody>
      </p:sp>
      <p:sp>
        <p:nvSpPr>
          <p:cNvPr id="33" name="Shape 25"/>
          <p:cNvSpPr/>
          <p:nvPr/>
        </p:nvSpPr>
        <p:spPr>
          <a:xfrm>
            <a:off x="914400" y="9744075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14400" y="974407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1295400" y="9667875"/>
            <a:ext cx="533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Beaten egg (for brushing)</a:t>
            </a:r>
            <a:endParaRPr lang="en-US" sz="2250" dirty="0"/>
          </a:p>
        </p:txBody>
      </p:sp>
      <p:sp>
        <p:nvSpPr>
          <p:cNvPr id="36" name="Text 28"/>
          <p:cNvSpPr/>
          <p:nvPr/>
        </p:nvSpPr>
        <p:spPr>
          <a:xfrm>
            <a:off x="1295400" y="10025063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Ovo batido (para pincelar)</a:t>
            </a:r>
            <a:endParaRPr lang="en-US" sz="1650" dirty="0"/>
          </a:p>
        </p:txBody>
      </p:sp>
      <p:sp>
        <p:nvSpPr>
          <p:cNvPr id="37" name="Shape 29"/>
          <p:cNvSpPr/>
          <p:nvPr/>
        </p:nvSpPr>
        <p:spPr>
          <a:xfrm>
            <a:off x="914400" y="12268200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14400" y="122682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1295400" y="12192000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Saucepan</a:t>
            </a:r>
            <a:endParaRPr lang="en-US" sz="2250" dirty="0"/>
          </a:p>
        </p:txBody>
      </p:sp>
      <p:sp>
        <p:nvSpPr>
          <p:cNvPr id="40" name="Text 32"/>
          <p:cNvSpPr/>
          <p:nvPr/>
        </p:nvSpPr>
        <p:spPr>
          <a:xfrm>
            <a:off x="1295400" y="12549187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Panela</a:t>
            </a:r>
            <a:endParaRPr lang="en-US" sz="1650" dirty="0"/>
          </a:p>
        </p:txBody>
      </p:sp>
      <p:sp>
        <p:nvSpPr>
          <p:cNvPr id="41" name="Shape 33"/>
          <p:cNvSpPr/>
          <p:nvPr/>
        </p:nvSpPr>
        <p:spPr>
          <a:xfrm>
            <a:off x="5314950" y="12268200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314950" y="122682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5695950" y="12192000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Spoon</a:t>
            </a:r>
            <a:endParaRPr lang="en-US" sz="2250" dirty="0"/>
          </a:p>
        </p:txBody>
      </p:sp>
      <p:sp>
        <p:nvSpPr>
          <p:cNvPr id="44" name="Text 36"/>
          <p:cNvSpPr/>
          <p:nvPr/>
        </p:nvSpPr>
        <p:spPr>
          <a:xfrm>
            <a:off x="5695950" y="12549187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Colher</a:t>
            </a:r>
            <a:endParaRPr lang="en-US" sz="1650" dirty="0"/>
          </a:p>
        </p:txBody>
      </p:sp>
      <p:sp>
        <p:nvSpPr>
          <p:cNvPr id="45" name="Shape 37"/>
          <p:cNvSpPr/>
          <p:nvPr/>
        </p:nvSpPr>
        <p:spPr>
          <a:xfrm>
            <a:off x="914400" y="13039725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914400" y="130397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1295400" y="12963525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Knife</a:t>
            </a:r>
            <a:endParaRPr lang="en-US" sz="2250" dirty="0"/>
          </a:p>
        </p:txBody>
      </p:sp>
      <p:sp>
        <p:nvSpPr>
          <p:cNvPr id="48" name="Text 40"/>
          <p:cNvSpPr/>
          <p:nvPr/>
        </p:nvSpPr>
        <p:spPr>
          <a:xfrm>
            <a:off x="1295400" y="13320712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Faca</a:t>
            </a:r>
            <a:endParaRPr lang="en-US" sz="1650" dirty="0"/>
          </a:p>
        </p:txBody>
      </p:sp>
      <p:sp>
        <p:nvSpPr>
          <p:cNvPr id="49" name="Shape 41"/>
          <p:cNvSpPr/>
          <p:nvPr/>
        </p:nvSpPr>
        <p:spPr>
          <a:xfrm>
            <a:off x="5314950" y="13039725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314950" y="1303972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5695950" y="12963525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Plate</a:t>
            </a:r>
            <a:endParaRPr lang="en-US" sz="2250" dirty="0"/>
          </a:p>
        </p:txBody>
      </p:sp>
      <p:sp>
        <p:nvSpPr>
          <p:cNvPr id="52" name="Text 44"/>
          <p:cNvSpPr/>
          <p:nvPr/>
        </p:nvSpPr>
        <p:spPr>
          <a:xfrm>
            <a:off x="5695950" y="13320712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Prato</a:t>
            </a:r>
            <a:endParaRPr lang="en-US" sz="1650" dirty="0"/>
          </a:p>
        </p:txBody>
      </p:sp>
      <p:sp>
        <p:nvSpPr>
          <p:cNvPr id="53" name="Shape 45"/>
          <p:cNvSpPr/>
          <p:nvPr/>
        </p:nvSpPr>
        <p:spPr>
          <a:xfrm>
            <a:off x="914400" y="13811250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914400" y="138112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47"/>
          <p:cNvSpPr/>
          <p:nvPr/>
        </p:nvSpPr>
        <p:spPr>
          <a:xfrm>
            <a:off x="1295400" y="13735050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bowl</a:t>
            </a:r>
            <a:endParaRPr lang="en-US" sz="2250" dirty="0"/>
          </a:p>
        </p:txBody>
      </p:sp>
      <p:sp>
        <p:nvSpPr>
          <p:cNvPr id="56" name="Text 48"/>
          <p:cNvSpPr/>
          <p:nvPr/>
        </p:nvSpPr>
        <p:spPr>
          <a:xfrm>
            <a:off x="1295400" y="14092237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Tigela pequena</a:t>
            </a:r>
            <a:endParaRPr lang="en-US" sz="1650" dirty="0"/>
          </a:p>
        </p:txBody>
      </p:sp>
      <p:sp>
        <p:nvSpPr>
          <p:cNvPr id="57" name="Shape 49"/>
          <p:cNvSpPr/>
          <p:nvPr/>
        </p:nvSpPr>
        <p:spPr>
          <a:xfrm>
            <a:off x="5314950" y="13811250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5314950" y="138112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Text 51"/>
          <p:cNvSpPr/>
          <p:nvPr/>
        </p:nvSpPr>
        <p:spPr>
          <a:xfrm>
            <a:off x="5695950" y="13735050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Fork</a:t>
            </a:r>
            <a:endParaRPr lang="en-US" sz="2250" dirty="0"/>
          </a:p>
        </p:txBody>
      </p:sp>
      <p:sp>
        <p:nvSpPr>
          <p:cNvPr id="60" name="Text 52"/>
          <p:cNvSpPr/>
          <p:nvPr/>
        </p:nvSpPr>
        <p:spPr>
          <a:xfrm>
            <a:off x="5695950" y="14092237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Garfo</a:t>
            </a:r>
            <a:endParaRPr lang="en-US" sz="1650" dirty="0"/>
          </a:p>
        </p:txBody>
      </p:sp>
      <p:sp>
        <p:nvSpPr>
          <p:cNvPr id="61" name="Shape 53"/>
          <p:cNvSpPr/>
          <p:nvPr/>
        </p:nvSpPr>
        <p:spPr>
          <a:xfrm>
            <a:off x="914400" y="14582775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914400" y="1458277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Text 55"/>
          <p:cNvSpPr/>
          <p:nvPr/>
        </p:nvSpPr>
        <p:spPr>
          <a:xfrm>
            <a:off x="1295400" y="14506575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Pastry brush</a:t>
            </a:r>
            <a:endParaRPr lang="en-US" sz="2250" dirty="0"/>
          </a:p>
        </p:txBody>
      </p:sp>
      <p:sp>
        <p:nvSpPr>
          <p:cNvPr id="64" name="Text 56"/>
          <p:cNvSpPr/>
          <p:nvPr/>
        </p:nvSpPr>
        <p:spPr>
          <a:xfrm>
            <a:off x="1295400" y="14863762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Pincel de cozinha</a:t>
            </a:r>
            <a:endParaRPr lang="en-US" sz="1650" dirty="0"/>
          </a:p>
        </p:txBody>
      </p:sp>
      <p:sp>
        <p:nvSpPr>
          <p:cNvPr id="65" name="Shape 57"/>
          <p:cNvSpPr/>
          <p:nvPr/>
        </p:nvSpPr>
        <p:spPr>
          <a:xfrm>
            <a:off x="5314950" y="14582775"/>
            <a:ext cx="209550" cy="209550"/>
          </a:xfrm>
          <a:prstGeom prst="roundRect">
            <a:avLst>
              <a:gd name="adj" fmla="val 30545"/>
            </a:avLst>
          </a:prstGeom>
          <a:solidFill>
            <a:srgbClr val="00275B"/>
          </a:solidFill>
          <a:ln w="12700">
            <a:solidFill>
              <a:srgbClr val="00275B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5314950" y="14582775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7" name="Text 59"/>
          <p:cNvSpPr/>
          <p:nvPr/>
        </p:nvSpPr>
        <p:spPr>
          <a:xfrm>
            <a:off x="5695950" y="14506575"/>
            <a:ext cx="405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spc="-3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 fryer</a:t>
            </a:r>
            <a:endParaRPr lang="en-US" sz="2250" dirty="0"/>
          </a:p>
        </p:txBody>
      </p:sp>
      <p:sp>
        <p:nvSpPr>
          <p:cNvPr id="68" name="Text 60"/>
          <p:cNvSpPr/>
          <p:nvPr/>
        </p:nvSpPr>
        <p:spPr>
          <a:xfrm>
            <a:off x="5695950" y="14863762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 fryer</a:t>
            </a:r>
            <a:endParaRPr lang="en-US" sz="1650" dirty="0"/>
          </a:p>
        </p:txBody>
      </p:sp>
      <p:pic>
        <p:nvPicPr>
          <p:cNvPr id="69" name="Image 6" descr="/home/user/cooking-class/art/editable/assets/tex-orange-ta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480000">
            <a:off x="859036" y="4857750"/>
            <a:ext cx="3009900" cy="666750"/>
          </a:xfrm>
          <a:prstGeom prst="rect">
            <a:avLst/>
          </a:prstGeom>
        </p:spPr>
      </p:pic>
      <p:pic>
        <p:nvPicPr>
          <p:cNvPr id="70" name="Image 7" descr="/home/user/cooking-class/art/editable/assets/tex-navy-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480000">
            <a:off x="857473" y="11239500"/>
            <a:ext cx="4019550" cy="66675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 rot="21480000">
            <a:off x="859036" y="4857750"/>
            <a:ext cx="30099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INGREDIENTS</a:t>
            </a:r>
            <a:endParaRPr lang="en-US" sz="3000" dirty="0"/>
          </a:p>
        </p:txBody>
      </p:sp>
      <p:sp>
        <p:nvSpPr>
          <p:cNvPr id="72" name="Text 62"/>
          <p:cNvSpPr/>
          <p:nvPr/>
        </p:nvSpPr>
        <p:spPr>
          <a:xfrm rot="21480000">
            <a:off x="857473" y="11239500"/>
            <a:ext cx="40195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KITCHEN UTENSILS</a:t>
            </a:r>
            <a:endParaRPr lang="en-US" sz="3000" dirty="0"/>
          </a:p>
        </p:txBody>
      </p:sp>
      <p:sp>
        <p:nvSpPr>
          <p:cNvPr id="73" name="Shape 63"/>
          <p:cNvSpPr/>
          <p:nvPr/>
        </p:nvSpPr>
        <p:spPr>
          <a:xfrm>
            <a:off x="6934200" y="5334000"/>
            <a:ext cx="2857500" cy="2857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8677362000000" dist="12290298000000" dir="19440000000000000">
              <a:srgbClr val="00275B">
                <a:alpha val="220000000000000"/>
              </a:srgbClr>
            </a:outerShdw>
          </a:effectLst>
        </p:spPr>
      </p:sp>
      <p:pic>
        <p:nvPicPr>
          <p:cNvPr id="74" name="Image 8" descr="/home/user/cooking-class/art/editable/assets/photo-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4200" y="5334000"/>
            <a:ext cx="2857500" cy="2857500"/>
          </a:xfrm>
          <a:prstGeom prst="rect">
            <a:avLst/>
          </a:prstGeom>
        </p:spPr>
      </p:pic>
      <p:sp>
        <p:nvSpPr>
          <p:cNvPr id="75" name="Shape 64"/>
          <p:cNvSpPr/>
          <p:nvPr/>
        </p:nvSpPr>
        <p:spPr>
          <a:xfrm rot="240000">
            <a:off x="6781800" y="8763000"/>
            <a:ext cx="3067050" cy="232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64202497400000000" dist="156086784600000000" dir="1.1664e+21">
              <a:srgbClr val="00275B">
                <a:alpha val="22000000000000000000"/>
              </a:srgbClr>
            </a:outerShdw>
          </a:effectLst>
        </p:spPr>
      </p:sp>
      <p:pic>
        <p:nvPicPr>
          <p:cNvPr id="76" name="Image 9" descr="/home/user/cooking-class/art/editable/assets/photo-pol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40000">
            <a:off x="6904073" y="8877578"/>
            <a:ext cx="2838450" cy="1866900"/>
          </a:xfrm>
          <a:prstGeom prst="rect">
            <a:avLst/>
          </a:prstGeom>
        </p:spPr>
      </p:pic>
      <p:sp>
        <p:nvSpPr>
          <p:cNvPr id="77" name="Shape 65"/>
          <p:cNvSpPr/>
          <p:nvPr/>
        </p:nvSpPr>
        <p:spPr>
          <a:xfrm rot="21120000">
            <a:off x="7734300" y="8610600"/>
            <a:ext cx="1047750" cy="342900"/>
          </a:xfrm>
          <a:prstGeom prst="rect">
            <a:avLst/>
          </a:prstGeom>
          <a:solidFill>
            <a:srgbClr val="F2D541">
              <a:alpha val="85000"/>
            </a:srgbClr>
          </a:solidFill>
          <a:ln w="12700">
            <a:solidFill>
              <a:srgbClr val="F2D541"/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 rot="21504000">
            <a:off x="590550" y="16097250"/>
            <a:ext cx="6191250" cy="1428750"/>
          </a:xfrm>
          <a:prstGeom prst="rect">
            <a:avLst/>
          </a:prstGeom>
          <a:solidFill>
            <a:srgbClr val="F4DD58"/>
          </a:solidFill>
          <a:ln w="12700">
            <a:solidFill>
              <a:srgbClr val="F4DD58"/>
            </a:solidFill>
            <a:prstDash val="solid"/>
          </a:ln>
          <a:effectLst>
            <a:outerShdw sx="100000" sy="100000" kx="0" ky="0" algn="bl" rotWithShape="0" blurRad="4.62537171698e+21" dist="1.98230216442e+21" dir="6.9984e+25">
              <a:srgbClr val="00275B">
                <a:alpha val="2.2e+24"/>
              </a:srgbClr>
            </a:outerShdw>
          </a:effectLst>
        </p:spPr>
      </p:sp>
      <p:pic>
        <p:nvPicPr>
          <p:cNvPr id="79" name="Image 10" descr="/home/user/cooking-class/art/editable/assets/icon-0-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504000">
            <a:off x="928609" y="16512571"/>
            <a:ext cx="323850" cy="323850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 rot="21504000">
            <a:off x="1378247" y="16376069"/>
            <a:ext cx="1240313" cy="556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8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16.10</a:t>
            </a:r>
            <a:endParaRPr lang="en-US" sz="3000" dirty="0"/>
          </a:p>
        </p:txBody>
      </p:sp>
      <p:sp>
        <p:nvSpPr>
          <p:cNvPr id="81" name="Text 68"/>
          <p:cNvSpPr/>
          <p:nvPr/>
        </p:nvSpPr>
        <p:spPr>
          <a:xfrm rot="21504000">
            <a:off x="2358092" y="16445387"/>
            <a:ext cx="122662" cy="38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|</a:t>
            </a:r>
            <a:endParaRPr lang="en-US" sz="3000" dirty="0"/>
          </a:p>
        </p:txBody>
      </p:sp>
      <p:pic>
        <p:nvPicPr>
          <p:cNvPr id="82" name="Image 11" descr="/home/user/cooking-class/art/editable/assets/icon-0-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504000">
            <a:off x="2608670" y="16465643"/>
            <a:ext cx="323850" cy="323850"/>
          </a:xfrm>
          <a:prstGeom prst="rect">
            <a:avLst/>
          </a:prstGeom>
        </p:spPr>
      </p:pic>
      <p:sp>
        <p:nvSpPr>
          <p:cNvPr id="83" name="Text 69"/>
          <p:cNvSpPr/>
          <p:nvPr/>
        </p:nvSpPr>
        <p:spPr>
          <a:xfrm rot="21504000">
            <a:off x="3058308" y="16327067"/>
            <a:ext cx="1314549" cy="558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8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19:30</a:t>
            </a:r>
            <a:endParaRPr lang="en-US" sz="3000" dirty="0"/>
          </a:p>
        </p:txBody>
      </p:sp>
      <p:pic>
        <p:nvPicPr>
          <p:cNvPr id="84" name="Image 12" descr="/home/user/cooking-class/art/editable/assets/icon-1-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504000">
            <a:off x="941109" y="16960072"/>
            <a:ext cx="323850" cy="323850"/>
          </a:xfrm>
          <a:prstGeom prst="rect">
            <a:avLst/>
          </a:prstGeom>
        </p:spPr>
      </p:pic>
      <p:sp>
        <p:nvSpPr>
          <p:cNvPr id="85" name="Text 70"/>
          <p:cNvSpPr/>
          <p:nvPr/>
        </p:nvSpPr>
        <p:spPr>
          <a:xfrm rot="21504000">
            <a:off x="1392875" y="16843063"/>
            <a:ext cx="3264866" cy="45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8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Online · Zoom Meeting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 Class — Cooking Class: Ingredients and utensils</dc:title>
  <dc:subject>PptxGenJS Presentation</dc:subject>
  <dc:creator>PptxGenJS</dc:creator>
  <cp:lastModifiedBy>PptxGenJS</cp:lastModifiedBy>
  <cp:revision>1</cp:revision>
  <dcterms:created xsi:type="dcterms:W3CDTF">2026-10-06T01:19:19Z</dcterms:created>
  <dcterms:modified xsi:type="dcterms:W3CDTF">2026-10-06T01:19:19Z</dcterms:modified>
</cp:coreProperties>
</file>