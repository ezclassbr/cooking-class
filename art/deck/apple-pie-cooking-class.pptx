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aula. Apresente o tema: celebração do Children’s Day e da nossa infância, preparando a receita McDonald’s Apple Pie na air fryer.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iniciar a cooking class, confira os ingredientes com seus alunos. Peça que repitam os nomes em voz alta, praticando a pronúncia. Relacione cada número da imagem com o nome na lista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é hora de apresentar os utensílios de cozinha que serão utilizados. Peça que os alunos repitam os nomes em voz alta, praticando a pronúncia, e relacione cada número da imagem com o nome na lista à esquerda. Atenção: a "tablespoon" é a colher de sopa, usada para medir os ingredientes.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verbos (actions) que serão usados ao longo da receita. Peça que os alunos repitam as palavras em voz alta e incentive-os a mostrar o gesto de cada ação (por exemplo, "cut", "mix", "fold").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com os substantivos (nouns) e adjetivos (adjectives) da receita. Peça que os alunos repitam em voz alta e criem frases curtas, por exemplo: "The filling is hot." "The dough is thin."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começar a receita! Convide os alunos a deixar ingredientes e utensílios à mesa antes de iniciar. As quantidades da lista incluem uma sobra, caso algum ingrediente caia ou seja derramado.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temos o passo a passo da receita, começando pelo recheio. Convide um aluno por vez para ler cada passo em voz alta e mostre cada ação. A água morna usada no passo 6 é só uma parte da água aquecida no passo 5: use apenas 2 tablespoons e descarte o resto (passo 7), para a segunda tigela ficar vazia para o limão. Nesta aula usamos duas tigelas pequenas: a das maçãs (apple bowl) e a outra (other small bowl).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com o passo a passo. A pasta de suco de limão e amido de milho é o que engrossa o recheio. Reforce a segurança: a tigela sai quente do micro-ondas, então use sempre a luva térmica.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vamos montar as tortinhas. Peça que os alunos mostrem como dobram a massa e pressionam as bordas com o garfo. Lembre que o ovo batido serve para pincelar o topo das tortinhas.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última etapa da receita. Lembre os alunos de deixar espaço entre as tortinhas na cesta da air fryer e de usar a luva térmica. Ao final, aproveitem a apple pie!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" Target="slide8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" Target="slide9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" Target="slide1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deck/assets/gh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0" y="5181600"/>
            <a:ext cx="2794000" cy="1676400"/>
          </a:xfrm>
          <a:prstGeom prst="rect">
            <a:avLst/>
          </a:prstGeom>
        </p:spPr>
      </p:pic>
      <p:pic>
        <p:nvPicPr>
          <p:cNvPr id="3" name="Image 1" descr="/home/user/cooking-class/art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0" y="241300"/>
            <a:ext cx="749300" cy="850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6445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by @ezclass_</a:t>
            </a:r>
            <a:endParaRPr lang="en-US" sz="1000" dirty="0"/>
          </a:p>
        </p:txBody>
      </p:sp>
      <p:sp>
        <p:nvSpPr>
          <p:cNvPr id="5" name="Shape 1"/>
          <p:cNvSpPr/>
          <p:nvPr/>
        </p:nvSpPr>
        <p:spPr>
          <a:xfrm rot="21408000">
            <a:off x="508000" y="838200"/>
            <a:ext cx="5588000" cy="4292600"/>
          </a:xfrm>
          <a:prstGeom prst="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63500" dir="5400000">
              <a:srgbClr val="00275B">
                <a:alpha val="20000"/>
              </a:srgbClr>
            </a:outerShdw>
          </a:effectLst>
        </p:spPr>
      </p:sp>
      <p:pic>
        <p:nvPicPr>
          <p:cNvPr id="6" name="Image 2" descr="/home/user/cooking-class/art/deck/assets/pw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08000">
            <a:off x="640256" y="978108"/>
            <a:ext cx="5308600" cy="37465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 rot="19500000">
            <a:off x="730250" y="812800"/>
            <a:ext cx="952500" cy="279400"/>
          </a:xfrm>
          <a:prstGeom prst="rect">
            <a:avLst>
              <a:gd name="adj" fmla="val 39273"/>
            </a:avLst>
          </a:prstGeom>
          <a:solidFill>
            <a:srgbClr val="F2D541">
              <a:alpha val="85000"/>
            </a:srgbClr>
          </a:solidFill>
          <a:ln w="12700">
            <a:solidFill>
              <a:srgbClr val="F2D541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 rot="240000">
            <a:off x="3111500" y="3924300"/>
            <a:ext cx="3429000" cy="2565400"/>
          </a:xfrm>
          <a:prstGeom prst="rect">
            <a:avLst>
              <a:gd name="adj" fmla="val 42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35480000" dist="806450000" dir="324000000000">
              <a:srgbClr val="00275B">
                <a:alpha val="2000000000"/>
              </a:srgbClr>
            </a:outerShdw>
          </a:effectLst>
        </p:spPr>
      </p:sp>
      <p:pic>
        <p:nvPicPr>
          <p:cNvPr id="9" name="Image 3" descr="/home/user/cooking-class/art/deck/assets/po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3234216" y="4038894"/>
            <a:ext cx="3200400" cy="20955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 rot="1680000">
            <a:off x="6032500" y="3987800"/>
            <a:ext cx="762000" cy="279400"/>
          </a:xfrm>
          <a:prstGeom prst="rect">
            <a:avLst>
              <a:gd name="adj" fmla="val 39273"/>
            </a:avLst>
          </a:prstGeom>
          <a:solidFill>
            <a:srgbClr val="77ABD9">
              <a:alpha val="85000"/>
            </a:srgbClr>
          </a:solidFill>
          <a:ln w="12700">
            <a:solidFill>
              <a:srgbClr val="77ABD9"/>
            </a:solidFill>
            <a:prstDash val="solid"/>
          </a:ln>
        </p:spPr>
      </p:sp>
      <p:pic>
        <p:nvPicPr>
          <p:cNvPr id="11" name="Image 4" descr="/home/user/cooking-class/art/deck/assets/tex-782x192-F27D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90000">
            <a:off x="6731000" y="952500"/>
            <a:ext cx="4963798" cy="12192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 rot="21390000">
            <a:off x="6667500" y="952500"/>
            <a:ext cx="5090798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0" b="1" spc="-225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COOKING</a:t>
            </a:r>
            <a:endParaRPr lang="en-US" sz="7500" dirty="0"/>
          </a:p>
        </p:txBody>
      </p:sp>
      <p:pic>
        <p:nvPicPr>
          <p:cNvPr id="13" name="Image 5" descr="/home/user/cooking-class/art/deck/assets/tex-544x192-F27D1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90000">
            <a:off x="7556500" y="2095500"/>
            <a:ext cx="3455037" cy="12192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 rot="21390000">
            <a:off x="7493000" y="2095500"/>
            <a:ext cx="3582037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0" b="1" spc="-225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</a:t>
            </a:r>
            <a:endParaRPr lang="en-US" sz="7500" dirty="0"/>
          </a:p>
        </p:txBody>
      </p:sp>
      <p:pic>
        <p:nvPicPr>
          <p:cNvPr id="15" name="Image 6" descr="/home/user/cooking-class/art/deck/assets/tex-787x100-00275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72000">
            <a:off x="6731000" y="3619500"/>
            <a:ext cx="4998034" cy="6350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 rot="72000">
            <a:off x="6731000" y="3619500"/>
            <a:ext cx="499803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spc="-100" kern="0" dirty="0">
                <a:solidFill>
                  <a:srgbClr val="EBF0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McDonald’s </a:t>
            </a:r>
            <a:pPr algn="ctr" indent="0" marL="0">
              <a:buNone/>
            </a:pPr>
            <a:r>
              <a:rPr lang="en-US" sz="3300" b="1" spc="-100" kern="0" dirty="0">
                <a:solidFill>
                  <a:srgbClr val="F2D5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Apple Pie</a:t>
            </a:r>
            <a:endParaRPr lang="en-US" sz="3300" dirty="0"/>
          </a:p>
        </p:txBody>
      </p:sp>
      <p:sp>
        <p:nvSpPr>
          <p:cNvPr id="17" name="Shape 8"/>
          <p:cNvSpPr/>
          <p:nvPr/>
        </p:nvSpPr>
        <p:spPr>
          <a:xfrm rot="21480000">
            <a:off x="6731000" y="4540250"/>
            <a:ext cx="3429000" cy="952500"/>
          </a:xfrm>
          <a:prstGeom prst="rect">
            <a:avLst>
              <a:gd name="adj" fmla="val 11520"/>
            </a:avLst>
          </a:prstGeom>
          <a:solidFill>
            <a:srgbClr val="F4DD58"/>
          </a:solidFill>
          <a:ln w="12700">
            <a:solidFill>
              <a:srgbClr val="F4DD58"/>
            </a:solidFill>
            <a:prstDash val="solid"/>
          </a:ln>
          <a:effectLst>
            <a:outerShdw sx="100000" sy="100000" kx="0" ky="0" algn="bl" rotWithShape="0" blurRad="24580596000000" dist="10241915000000" dir="19440000000000000">
              <a:srgbClr val="00275B">
                <a:alpha val="200000000000000"/>
              </a:srgbClr>
            </a:outerShdw>
          </a:effectLst>
        </p:spPr>
      </p:sp>
      <p:sp>
        <p:nvSpPr>
          <p:cNvPr id="18" name="Text 9"/>
          <p:cNvSpPr/>
          <p:nvPr/>
        </p:nvSpPr>
        <p:spPr>
          <a:xfrm rot="21480000">
            <a:off x="6858000" y="46355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spc="-70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Sweet Childhood Edition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deck/assets/gh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0" y="5181600"/>
            <a:ext cx="2794000" cy="1676400"/>
          </a:xfrm>
          <a:prstGeom prst="rect">
            <a:avLst/>
          </a:prstGeom>
        </p:spPr>
      </p:pic>
      <p:pic>
        <p:nvPicPr>
          <p:cNvPr id="3" name="Image 1" descr="/home/user/cooking-class/art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0" y="241300"/>
            <a:ext cx="749300" cy="850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6445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by @ezclass_</a:t>
            </a:r>
            <a:endParaRPr lang="en-US" sz="1000" dirty="0"/>
          </a:p>
        </p:txBody>
      </p:sp>
      <p:pic>
        <p:nvPicPr>
          <p:cNvPr id="5" name="Image 2" descr="/home/user/cooking-class/art/deck/assets/tex-610x123-F27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71500" y="355600"/>
            <a:ext cx="3872584" cy="7802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 rot="21480000">
            <a:off x="508000" y="355600"/>
            <a:ext cx="3999584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Ingredients</a:t>
            </a:r>
            <a:endParaRPr lang="en-US" sz="4800" dirty="0"/>
          </a:p>
        </p:txBody>
      </p:sp>
      <p:sp>
        <p:nvSpPr>
          <p:cNvPr id="7" name="Shape 2"/>
          <p:cNvSpPr/>
          <p:nvPr/>
        </p:nvSpPr>
        <p:spPr>
          <a:xfrm>
            <a:off x="571500" y="1587500"/>
            <a:ext cx="1587500" cy="1587500"/>
          </a:xfrm>
          <a:prstGeom prst="roundRect">
            <a:avLst>
              <a:gd name="adj" fmla="val 10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12173569200000000" dist="130072320500000000" dir="1.1664e+21">
              <a:srgbClr val="00275B">
                <a:alpha val="20000000000000000000"/>
              </a:srgbClr>
            </a:outerShdw>
          </a:effectLst>
        </p:spPr>
      </p:sp>
      <p:pic>
        <p:nvPicPr>
          <p:cNvPr id="8" name="Image 3" descr="/home/user/cooking-class/art/deck/assets/pic-doug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0" y="1847850"/>
            <a:ext cx="1143000" cy="11430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400050" y="14160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400050" y="14160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2336800" y="1587500"/>
            <a:ext cx="1587500" cy="1587500"/>
          </a:xfrm>
          <a:prstGeom prst="roundRect">
            <a:avLst>
              <a:gd name="adj" fmla="val 10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96460432884e+21" dist="1.65191847035e+21" dir="6.9984e+25">
              <a:srgbClr val="00275B">
                <a:alpha val="2e+24"/>
              </a:srgbClr>
            </a:outerShdw>
          </a:effectLst>
        </p:spPr>
      </p:sp>
      <p:pic>
        <p:nvPicPr>
          <p:cNvPr id="12" name="Image 4" descr="/home/user/cooking-class/art/deck/assets/pic-ap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9050" y="1847850"/>
            <a:ext cx="1143000" cy="11430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2165350" y="14160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2165350" y="14160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4102100" y="1587500"/>
            <a:ext cx="1587500" cy="1587500"/>
          </a:xfrm>
          <a:prstGeom prst="roundRect">
            <a:avLst>
              <a:gd name="adj" fmla="val 10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0350474976268e+25" dist="2.0979364573445003e+25" dir="4.19904e+30">
              <a:srgbClr val="00275B">
                <a:alpha val="2e+29"/>
              </a:srgbClr>
            </a:outerShdw>
          </a:effectLst>
        </p:spPr>
      </p:sp>
      <p:pic>
        <p:nvPicPr>
          <p:cNvPr id="16" name="Image 5" descr="/home/user/cooking-class/art/deck/assets/pic-sug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350" y="1847850"/>
            <a:ext cx="1143000" cy="11430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3930650" y="14160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3930650" y="14160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5867400" y="1587500"/>
            <a:ext cx="1587500" cy="1587500"/>
          </a:xfrm>
          <a:prstGeom prst="roundRect">
            <a:avLst>
              <a:gd name="adj" fmla="val 10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394510321986036e+29" dist="2.6643793008275154e+29" dir="2.519424e+35">
              <a:srgbClr val="00275B">
                <a:alpha val="2e+34"/>
              </a:srgbClr>
            </a:outerShdw>
          </a:effectLst>
        </p:spPr>
      </p:sp>
      <p:pic>
        <p:nvPicPr>
          <p:cNvPr id="20" name="Image 6" descr="/home/user/cooking-class/art/deck/assets/pic-cornstar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9650" y="1847850"/>
            <a:ext cx="1143000" cy="114300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695950" y="14160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5695950" y="14160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14"/>
          <p:cNvSpPr/>
          <p:nvPr/>
        </p:nvSpPr>
        <p:spPr>
          <a:xfrm>
            <a:off x="571500" y="3352800"/>
            <a:ext cx="1587500" cy="1587500"/>
          </a:xfrm>
          <a:prstGeom prst="roundRect">
            <a:avLst>
              <a:gd name="adj" fmla="val 10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121028108922265e+33" dist="3.3837617120509443e+33" dir="1.5116544e+40">
              <a:srgbClr val="00275B">
                <a:alpha val="2e+39"/>
              </a:srgbClr>
            </a:outerShdw>
          </a:effectLst>
        </p:spPr>
      </p:sp>
      <p:pic>
        <p:nvPicPr>
          <p:cNvPr id="24" name="Image 7" descr="/home/user/cooking-class/art/deck/assets/pic-lim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50" y="3613150"/>
            <a:ext cx="1143000" cy="11430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00050" y="31813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400050" y="31813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17"/>
          <p:cNvSpPr/>
          <p:nvPr/>
        </p:nvSpPr>
        <p:spPr>
          <a:xfrm>
            <a:off x="2336800" y="3352800"/>
            <a:ext cx="1587500" cy="1587500"/>
          </a:xfrm>
          <a:prstGeom prst="roundRect">
            <a:avLst>
              <a:gd name="adj" fmla="val 10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0313705698331276e+38" dist="4.297377374304699e+37" dir="9.069926400000001e+44">
              <a:srgbClr val="00275B">
                <a:alpha val="1.9999999999999998e+44"/>
              </a:srgbClr>
            </a:outerShdw>
          </a:effectLst>
        </p:spPr>
      </p:sp>
      <p:pic>
        <p:nvPicPr>
          <p:cNvPr id="28" name="Image 8" descr="/home/user/cooking-class/art/deck/assets/pic-eg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9050" y="3613150"/>
            <a:ext cx="1143000" cy="114300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2165350" y="31813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2165350" y="31813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Shape 20"/>
          <p:cNvSpPr/>
          <p:nvPr/>
        </p:nvSpPr>
        <p:spPr>
          <a:xfrm>
            <a:off x="4102100" y="3352800"/>
            <a:ext cx="1587500" cy="1587500"/>
          </a:xfrm>
          <a:prstGeom prst="roundRect">
            <a:avLst>
              <a:gd name="adj" fmla="val 10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3098406236880721e+42" dist="5.457669265366968e+41" dir="5.44195584e+49">
              <a:srgbClr val="00275B">
                <a:alpha val="2e+49"/>
              </a:srgbClr>
            </a:outerShdw>
          </a:effectLst>
        </p:spPr>
      </p:sp>
      <p:pic>
        <p:nvPicPr>
          <p:cNvPr id="32" name="Image 9" descr="/home/user/cooking-class/art/deck/assets/pic-cinnamo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4350" y="3613150"/>
            <a:ext cx="1143000" cy="11430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3930650" y="31813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34" name="Text 22"/>
          <p:cNvSpPr/>
          <p:nvPr/>
        </p:nvSpPr>
        <p:spPr>
          <a:xfrm>
            <a:off x="3930650" y="31813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Shape 23"/>
          <p:cNvSpPr/>
          <p:nvPr/>
        </p:nvSpPr>
        <p:spPr>
          <a:xfrm>
            <a:off x="5867400" y="3352800"/>
            <a:ext cx="1587500" cy="1587500"/>
          </a:xfrm>
          <a:prstGeom prst="roundRect">
            <a:avLst>
              <a:gd name="adj" fmla="val 103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6634975920838516e+46" dist="6.93123996701605e+45" dir="3.2651735040000005e+54">
              <a:srgbClr val="00275B">
                <a:alpha val="1.9999999999999998e+54"/>
              </a:srgbClr>
            </a:outerShdw>
          </a:effectLst>
        </p:spPr>
      </p:sp>
      <p:pic>
        <p:nvPicPr>
          <p:cNvPr id="36" name="Image 10" descr="/home/user/cooking-class/art/deck/assets/pic-wat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9650" y="3613150"/>
            <a:ext cx="1143000" cy="1143000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5695950" y="31813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38" name="Text 25"/>
          <p:cNvSpPr/>
          <p:nvPr/>
        </p:nvSpPr>
        <p:spPr>
          <a:xfrm>
            <a:off x="5695950" y="31813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600" dirty="0"/>
          </a:p>
        </p:txBody>
      </p:sp>
      <p:sp>
        <p:nvSpPr>
          <p:cNvPr id="39" name="Shape 26"/>
          <p:cNvSpPr/>
          <p:nvPr/>
        </p:nvSpPr>
        <p:spPr>
          <a:xfrm rot="21420000">
            <a:off x="3746500" y="4914900"/>
            <a:ext cx="2159000" cy="1663700"/>
          </a:xfrm>
          <a:prstGeom prst="rect">
            <a:avLst>
              <a:gd name="adj" fmla="val 65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1126419419464913e+50" dist="8.802674758110384e+49" dir="1.9591041024000004e+59">
              <a:srgbClr val="00275B">
                <a:alpha val="1.9999999999999997e+59"/>
              </a:srgbClr>
            </a:outerShdw>
          </a:effectLst>
        </p:spPr>
      </p:sp>
      <p:pic>
        <p:nvPicPr>
          <p:cNvPr id="40" name="Image 11" descr="/home/user/cooking-class/art/deck/assets/po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420000">
            <a:off x="3843115" y="5016631"/>
            <a:ext cx="1955800" cy="1270000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 rot="360000">
            <a:off x="4476750" y="4940300"/>
            <a:ext cx="698500" cy="279400"/>
          </a:xfrm>
          <a:prstGeom prst="rect">
            <a:avLst>
              <a:gd name="adj" fmla="val 39273"/>
            </a:avLst>
          </a:prstGeom>
          <a:solidFill>
            <a:srgbClr val="F2D541">
              <a:alpha val="85000"/>
            </a:srgbClr>
          </a:solidFill>
          <a:ln w="12700">
            <a:solidFill>
              <a:srgbClr val="F2D541"/>
            </a:solidFill>
            <a:prstDash val="solid"/>
          </a:ln>
        </p:spPr>
      </p:sp>
      <p:sp>
        <p:nvSpPr>
          <p:cNvPr id="42" name="Shape 28"/>
          <p:cNvSpPr/>
          <p:nvPr/>
        </p:nvSpPr>
        <p:spPr>
          <a:xfrm>
            <a:off x="7810500" y="1473200"/>
            <a:ext cx="3746500" cy="50800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683055266272044e+54" dist="1.1179396942800187e+54" dir="1.1754624614400003e+64">
              <a:srgbClr val="00275B">
                <a:alpha val="1.9999999999999998e+64"/>
              </a:srgbClr>
            </a:outerShdw>
          </a:effectLst>
        </p:spPr>
      </p:sp>
      <p:sp>
        <p:nvSpPr>
          <p:cNvPr id="43" name="Shape 29"/>
          <p:cNvSpPr/>
          <p:nvPr/>
        </p:nvSpPr>
        <p:spPr>
          <a:xfrm>
            <a:off x="7861300" y="1554480"/>
            <a:ext cx="345440" cy="345440"/>
          </a:xfrm>
          <a:prstGeom prst="roundRect">
            <a:avLst>
              <a:gd name="adj" fmla="val 264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44" name="Text 30"/>
          <p:cNvSpPr/>
          <p:nvPr/>
        </p:nvSpPr>
        <p:spPr>
          <a:xfrm>
            <a:off x="7861300" y="1554480"/>
            <a:ext cx="3454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40" dirty="0"/>
          </a:p>
        </p:txBody>
      </p:sp>
      <p:sp>
        <p:nvSpPr>
          <p:cNvPr id="45" name="Text 31"/>
          <p:cNvSpPr/>
          <p:nvPr/>
        </p:nvSpPr>
        <p:spPr>
          <a:xfrm>
            <a:off x="8321040" y="1529080"/>
            <a:ext cx="31597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 pastel dough</a:t>
            </a:r>
            <a:endParaRPr lang="en-US" sz="1450" dirty="0"/>
          </a:p>
        </p:txBody>
      </p:sp>
      <p:sp>
        <p:nvSpPr>
          <p:cNvPr id="46" name="Text 32"/>
          <p:cNvSpPr/>
          <p:nvPr/>
        </p:nvSpPr>
        <p:spPr>
          <a:xfrm>
            <a:off x="8321040" y="1757680"/>
            <a:ext cx="315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 de pastel fina</a:t>
            </a:r>
            <a:endParaRPr lang="en-US" sz="950" dirty="0"/>
          </a:p>
        </p:txBody>
      </p:sp>
      <p:sp>
        <p:nvSpPr>
          <p:cNvPr id="47" name="Shape 33"/>
          <p:cNvSpPr/>
          <p:nvPr/>
        </p:nvSpPr>
        <p:spPr>
          <a:xfrm>
            <a:off x="7810500" y="2057400"/>
            <a:ext cx="3746500" cy="50800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4074801881654956e+58" dist="1.419783411735624e+58" dir="7.052774768640002e+68">
              <a:srgbClr val="00275B">
                <a:alpha val="1.9999999999999998e+69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7861300" y="2138680"/>
            <a:ext cx="345440" cy="345440"/>
          </a:xfrm>
          <a:prstGeom prst="roundRect">
            <a:avLst>
              <a:gd name="adj" fmla="val 264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49" name="Text 35"/>
          <p:cNvSpPr/>
          <p:nvPr/>
        </p:nvSpPr>
        <p:spPr>
          <a:xfrm>
            <a:off x="7861300" y="2138680"/>
            <a:ext cx="3454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40" dirty="0"/>
          </a:p>
        </p:txBody>
      </p:sp>
      <p:sp>
        <p:nvSpPr>
          <p:cNvPr id="50" name="Text 36"/>
          <p:cNvSpPr/>
          <p:nvPr/>
        </p:nvSpPr>
        <p:spPr>
          <a:xfrm>
            <a:off x="8321040" y="2113280"/>
            <a:ext cx="31597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apple</a:t>
            </a:r>
            <a:endParaRPr lang="en-US" sz="1450" dirty="0"/>
          </a:p>
        </p:txBody>
      </p:sp>
      <p:sp>
        <p:nvSpPr>
          <p:cNvPr id="51" name="Text 37"/>
          <p:cNvSpPr/>
          <p:nvPr/>
        </p:nvSpPr>
        <p:spPr>
          <a:xfrm>
            <a:off x="8321040" y="2341880"/>
            <a:ext cx="315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maçã</a:t>
            </a:r>
            <a:endParaRPr lang="en-US" sz="950" dirty="0"/>
          </a:p>
        </p:txBody>
      </p:sp>
      <p:sp>
        <p:nvSpPr>
          <p:cNvPr id="52" name="Shape 38"/>
          <p:cNvSpPr/>
          <p:nvPr/>
        </p:nvSpPr>
        <p:spPr>
          <a:xfrm>
            <a:off x="7810500" y="2641600"/>
            <a:ext cx="3746500" cy="50800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32749983897018e+62" dist="1.8031249329042424e+62" dir="4.2316648611840007e+73">
              <a:srgbClr val="00275B">
                <a:alpha val="1.9999999999999997e+74"/>
              </a:srgbClr>
            </a:outerShdw>
          </a:effectLst>
        </p:spPr>
      </p:sp>
      <p:sp>
        <p:nvSpPr>
          <p:cNvPr id="53" name="Shape 39"/>
          <p:cNvSpPr/>
          <p:nvPr/>
        </p:nvSpPr>
        <p:spPr>
          <a:xfrm>
            <a:off x="7861300" y="2722880"/>
            <a:ext cx="345440" cy="345440"/>
          </a:xfrm>
          <a:prstGeom prst="roundRect">
            <a:avLst>
              <a:gd name="adj" fmla="val 264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54" name="Text 40"/>
          <p:cNvSpPr/>
          <p:nvPr/>
        </p:nvSpPr>
        <p:spPr>
          <a:xfrm>
            <a:off x="7861300" y="2722880"/>
            <a:ext cx="3454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40" dirty="0"/>
          </a:p>
        </p:txBody>
      </p:sp>
      <p:sp>
        <p:nvSpPr>
          <p:cNvPr id="55" name="Text 41"/>
          <p:cNvSpPr/>
          <p:nvPr/>
        </p:nvSpPr>
        <p:spPr>
          <a:xfrm>
            <a:off x="8321040" y="2697480"/>
            <a:ext cx="31597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½ cup sugar</a:t>
            </a:r>
            <a:endParaRPr lang="en-US" sz="1450" dirty="0"/>
          </a:p>
        </p:txBody>
      </p:sp>
      <p:sp>
        <p:nvSpPr>
          <p:cNvPr id="56" name="Text 42"/>
          <p:cNvSpPr/>
          <p:nvPr/>
        </p:nvSpPr>
        <p:spPr>
          <a:xfrm>
            <a:off x="8321040" y="2926080"/>
            <a:ext cx="315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meia xícara de açúcar</a:t>
            </a:r>
            <a:endParaRPr lang="en-US" sz="950" dirty="0"/>
          </a:p>
        </p:txBody>
      </p:sp>
      <p:sp>
        <p:nvSpPr>
          <p:cNvPr id="57" name="Shape 43"/>
          <p:cNvSpPr/>
          <p:nvPr/>
        </p:nvSpPr>
        <p:spPr>
          <a:xfrm>
            <a:off x="7810500" y="3225800"/>
            <a:ext cx="3746500" cy="50800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495924795492128e+66" dist="2.289968664788388e+66" dir="2.5389989167104004e+78">
              <a:srgbClr val="00275B">
                <a:alpha val="1.9999999999999996e+79"/>
              </a:srgbClr>
            </a:outerShdw>
          </a:effectLst>
        </p:spPr>
      </p:sp>
      <p:sp>
        <p:nvSpPr>
          <p:cNvPr id="58" name="Shape 44"/>
          <p:cNvSpPr/>
          <p:nvPr/>
        </p:nvSpPr>
        <p:spPr>
          <a:xfrm>
            <a:off x="7861300" y="3307080"/>
            <a:ext cx="345440" cy="345440"/>
          </a:xfrm>
          <a:prstGeom prst="roundRect">
            <a:avLst>
              <a:gd name="adj" fmla="val 264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59" name="Text 45"/>
          <p:cNvSpPr/>
          <p:nvPr/>
        </p:nvSpPr>
        <p:spPr>
          <a:xfrm>
            <a:off x="7861300" y="3307080"/>
            <a:ext cx="3454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40" dirty="0"/>
          </a:p>
        </p:txBody>
      </p:sp>
      <p:sp>
        <p:nvSpPr>
          <p:cNvPr id="60" name="Text 46"/>
          <p:cNvSpPr/>
          <p:nvPr/>
        </p:nvSpPr>
        <p:spPr>
          <a:xfrm>
            <a:off x="8321040" y="3281680"/>
            <a:ext cx="31597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½ cup cornstarch</a:t>
            </a:r>
            <a:endParaRPr lang="en-US" sz="1450" dirty="0"/>
          </a:p>
        </p:txBody>
      </p:sp>
      <p:sp>
        <p:nvSpPr>
          <p:cNvPr id="61" name="Text 47"/>
          <p:cNvSpPr/>
          <p:nvPr/>
        </p:nvSpPr>
        <p:spPr>
          <a:xfrm>
            <a:off x="8321040" y="3510280"/>
            <a:ext cx="315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meia xícara de amido de milho</a:t>
            </a:r>
            <a:endParaRPr lang="en-US" sz="950" dirty="0"/>
          </a:p>
        </p:txBody>
      </p:sp>
      <p:sp>
        <p:nvSpPr>
          <p:cNvPr id="62" name="Shape 48"/>
          <p:cNvSpPr/>
          <p:nvPr/>
        </p:nvSpPr>
        <p:spPr>
          <a:xfrm>
            <a:off x="7810500" y="3810000"/>
            <a:ext cx="3746500" cy="50800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979824490275003e+70" dist="2.908260204281253e+70" dir="1.5233993500262402e+83">
              <a:srgbClr val="00275B">
                <a:alpha val="1.9999999999999997e+84"/>
              </a:srgbClr>
            </a:outerShdw>
          </a:effectLst>
        </p:spPr>
      </p:sp>
      <p:sp>
        <p:nvSpPr>
          <p:cNvPr id="63" name="Shape 49"/>
          <p:cNvSpPr/>
          <p:nvPr/>
        </p:nvSpPr>
        <p:spPr>
          <a:xfrm>
            <a:off x="7861300" y="3891280"/>
            <a:ext cx="345440" cy="345440"/>
          </a:xfrm>
          <a:prstGeom prst="roundRect">
            <a:avLst>
              <a:gd name="adj" fmla="val 264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64" name="Text 50"/>
          <p:cNvSpPr/>
          <p:nvPr/>
        </p:nvSpPr>
        <p:spPr>
          <a:xfrm>
            <a:off x="7861300" y="3891280"/>
            <a:ext cx="3454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40" dirty="0"/>
          </a:p>
        </p:txBody>
      </p:sp>
      <p:sp>
        <p:nvSpPr>
          <p:cNvPr id="65" name="Text 51"/>
          <p:cNvSpPr/>
          <p:nvPr/>
        </p:nvSpPr>
        <p:spPr>
          <a:xfrm>
            <a:off x="8321040" y="3865880"/>
            <a:ext cx="31597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lime</a:t>
            </a:r>
            <a:endParaRPr lang="en-US" sz="1450" dirty="0"/>
          </a:p>
        </p:txBody>
      </p:sp>
      <p:sp>
        <p:nvSpPr>
          <p:cNvPr id="66" name="Text 52"/>
          <p:cNvSpPr/>
          <p:nvPr/>
        </p:nvSpPr>
        <p:spPr>
          <a:xfrm>
            <a:off x="8321040" y="4094480"/>
            <a:ext cx="315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limão taiti</a:t>
            </a:r>
            <a:endParaRPr lang="en-US" sz="950" dirty="0"/>
          </a:p>
        </p:txBody>
      </p:sp>
      <p:sp>
        <p:nvSpPr>
          <p:cNvPr id="67" name="Shape 53"/>
          <p:cNvSpPr/>
          <p:nvPr/>
        </p:nvSpPr>
        <p:spPr>
          <a:xfrm>
            <a:off x="7810500" y="4394200"/>
            <a:ext cx="3746500" cy="50800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864377102649254e+74" dist="3.693490459437191e+74" dir="9.14039610015744e+87">
              <a:srgbClr val="00275B">
                <a:alpha val="1.9999999999999997e+89"/>
              </a:srgbClr>
            </a:outerShdw>
          </a:effectLst>
        </p:spPr>
      </p:sp>
      <p:sp>
        <p:nvSpPr>
          <p:cNvPr id="68" name="Shape 54"/>
          <p:cNvSpPr/>
          <p:nvPr/>
        </p:nvSpPr>
        <p:spPr>
          <a:xfrm>
            <a:off x="7861300" y="4475480"/>
            <a:ext cx="345440" cy="345440"/>
          </a:xfrm>
          <a:prstGeom prst="roundRect">
            <a:avLst>
              <a:gd name="adj" fmla="val 264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69" name="Text 55"/>
          <p:cNvSpPr/>
          <p:nvPr/>
        </p:nvSpPr>
        <p:spPr>
          <a:xfrm>
            <a:off x="7861300" y="4475480"/>
            <a:ext cx="3454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40" dirty="0"/>
          </a:p>
        </p:txBody>
      </p:sp>
      <p:sp>
        <p:nvSpPr>
          <p:cNvPr id="70" name="Text 56"/>
          <p:cNvSpPr/>
          <p:nvPr/>
        </p:nvSpPr>
        <p:spPr>
          <a:xfrm>
            <a:off x="8321040" y="4450080"/>
            <a:ext cx="31597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egg</a:t>
            </a:r>
            <a:endParaRPr lang="en-US" sz="1450" dirty="0"/>
          </a:p>
        </p:txBody>
      </p:sp>
      <p:sp>
        <p:nvSpPr>
          <p:cNvPr id="71" name="Text 57"/>
          <p:cNvSpPr/>
          <p:nvPr/>
        </p:nvSpPr>
        <p:spPr>
          <a:xfrm>
            <a:off x="8321040" y="4678680"/>
            <a:ext cx="315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ovo</a:t>
            </a:r>
            <a:endParaRPr lang="en-US" sz="950" dirty="0"/>
          </a:p>
        </p:txBody>
      </p:sp>
      <p:sp>
        <p:nvSpPr>
          <p:cNvPr id="72" name="Shape 58"/>
          <p:cNvSpPr/>
          <p:nvPr/>
        </p:nvSpPr>
        <p:spPr>
          <a:xfrm>
            <a:off x="7810500" y="4978400"/>
            <a:ext cx="3746500" cy="50800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1257758920364552e+79" dist="4.690732883485232e+78" dir="5.484237660094465e+92">
              <a:srgbClr val="00275B">
                <a:alpha val="1.9999999999999997e+94"/>
              </a:srgbClr>
            </a:outerShdw>
          </a:effectLst>
        </p:spPr>
      </p:sp>
      <p:sp>
        <p:nvSpPr>
          <p:cNvPr id="73" name="Shape 59"/>
          <p:cNvSpPr/>
          <p:nvPr/>
        </p:nvSpPr>
        <p:spPr>
          <a:xfrm>
            <a:off x="7861300" y="5059680"/>
            <a:ext cx="345440" cy="345440"/>
          </a:xfrm>
          <a:prstGeom prst="roundRect">
            <a:avLst>
              <a:gd name="adj" fmla="val 264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74" name="Text 60"/>
          <p:cNvSpPr/>
          <p:nvPr/>
        </p:nvSpPr>
        <p:spPr>
          <a:xfrm>
            <a:off x="7861300" y="5059680"/>
            <a:ext cx="3454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440" dirty="0"/>
          </a:p>
        </p:txBody>
      </p:sp>
      <p:sp>
        <p:nvSpPr>
          <p:cNvPr id="75" name="Text 61"/>
          <p:cNvSpPr/>
          <p:nvPr/>
        </p:nvSpPr>
        <p:spPr>
          <a:xfrm>
            <a:off x="8321040" y="5034280"/>
            <a:ext cx="31597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½ cup cinnamon powder</a:t>
            </a:r>
            <a:endParaRPr lang="en-US" sz="1450" dirty="0"/>
          </a:p>
        </p:txBody>
      </p:sp>
      <p:sp>
        <p:nvSpPr>
          <p:cNvPr id="76" name="Text 62"/>
          <p:cNvSpPr/>
          <p:nvPr/>
        </p:nvSpPr>
        <p:spPr>
          <a:xfrm>
            <a:off x="8321040" y="5262880"/>
            <a:ext cx="315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meia xícara de canela em pó</a:t>
            </a:r>
            <a:endParaRPr lang="en-US" sz="950" dirty="0"/>
          </a:p>
        </p:txBody>
      </p:sp>
      <p:sp>
        <p:nvSpPr>
          <p:cNvPr id="77" name="Shape 63"/>
          <p:cNvSpPr/>
          <p:nvPr/>
        </p:nvSpPr>
        <p:spPr>
          <a:xfrm>
            <a:off x="7810500" y="5562600"/>
            <a:ext cx="3746500" cy="508000"/>
          </a:xfrm>
          <a:prstGeom prst="roundRect">
            <a:avLst>
              <a:gd name="adj" fmla="val 28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429735382886298e+83" dist="5.957230762026245e+82" dir="3.2905425960566786e+97">
              <a:srgbClr val="00275B">
                <a:alpha val="1.9999999999999997e+99"/>
              </a:srgbClr>
            </a:outerShdw>
          </a:effectLst>
        </p:spPr>
      </p:sp>
      <p:sp>
        <p:nvSpPr>
          <p:cNvPr id="78" name="Shape 64"/>
          <p:cNvSpPr/>
          <p:nvPr/>
        </p:nvSpPr>
        <p:spPr>
          <a:xfrm>
            <a:off x="7861300" y="5643880"/>
            <a:ext cx="345440" cy="345440"/>
          </a:xfrm>
          <a:prstGeom prst="roundRect">
            <a:avLst>
              <a:gd name="adj" fmla="val 264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79" name="Text 65"/>
          <p:cNvSpPr/>
          <p:nvPr/>
        </p:nvSpPr>
        <p:spPr>
          <a:xfrm>
            <a:off x="7861300" y="5643880"/>
            <a:ext cx="3454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440" dirty="0"/>
          </a:p>
        </p:txBody>
      </p:sp>
      <p:sp>
        <p:nvSpPr>
          <p:cNvPr id="80" name="Text 66"/>
          <p:cNvSpPr/>
          <p:nvPr/>
        </p:nvSpPr>
        <p:spPr>
          <a:xfrm>
            <a:off x="8321040" y="5618480"/>
            <a:ext cx="31597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½ cup water</a:t>
            </a:r>
            <a:endParaRPr lang="en-US" sz="1450" dirty="0"/>
          </a:p>
        </p:txBody>
      </p:sp>
      <p:sp>
        <p:nvSpPr>
          <p:cNvPr id="81" name="Text 67"/>
          <p:cNvSpPr/>
          <p:nvPr/>
        </p:nvSpPr>
        <p:spPr>
          <a:xfrm>
            <a:off x="8321040" y="5847080"/>
            <a:ext cx="315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meia xícara de água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deck/assets/gh-o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30500"/>
            <a:ext cx="279400" cy="2667000"/>
          </a:xfrm>
          <a:prstGeom prst="rect">
            <a:avLst/>
          </a:prstGeom>
        </p:spPr>
      </p:pic>
      <p:pic>
        <p:nvPicPr>
          <p:cNvPr id="3" name="Image 1" descr="/home/user/cooking-class/art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0" y="241300"/>
            <a:ext cx="749300" cy="850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6445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by @ezclass_</a:t>
            </a:r>
            <a:endParaRPr lang="en-US" sz="1000" dirty="0"/>
          </a:p>
        </p:txBody>
      </p:sp>
      <p:pic>
        <p:nvPicPr>
          <p:cNvPr id="5" name="Image 2" descr="/home/user/cooking-class/art/deck/assets/tex-825x123-F27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71500" y="355600"/>
            <a:ext cx="5235649" cy="7802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 rot="21480000">
            <a:off x="508000" y="355600"/>
            <a:ext cx="5362649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Kitchen utensils</a:t>
            </a:r>
            <a:endParaRPr lang="en-US" sz="4800" dirty="0"/>
          </a:p>
        </p:txBody>
      </p:sp>
      <p:sp>
        <p:nvSpPr>
          <p:cNvPr id="7" name="Shape 2"/>
          <p:cNvSpPr/>
          <p:nvPr/>
        </p:nvSpPr>
        <p:spPr>
          <a:xfrm>
            <a:off x="571500" y="14224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8157639362655985e+87" dist="7.565683067773332e+86" dir="1.9743255576340073e+102">
              <a:srgbClr val="00275B">
                <a:alpha val="1.9999999999999997e+104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622300" y="14853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22300" y="14853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16" dirty="0"/>
          </a:p>
        </p:txBody>
      </p:sp>
      <p:sp>
        <p:nvSpPr>
          <p:cNvPr id="10" name="Text 5"/>
          <p:cNvSpPr/>
          <p:nvPr/>
        </p:nvSpPr>
        <p:spPr>
          <a:xfrm>
            <a:off x="1004316" y="14224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Cutting board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71500" y="18669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30602019905731e+91" dist="9.608417496072131e+90" dir="1.1845953345804043e+107">
              <a:srgbClr val="00275B">
                <a:alpha val="1.9999999999999995e+109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22300" y="19298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22300" y="19298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16" dirty="0"/>
          </a:p>
        </p:txBody>
      </p:sp>
      <p:sp>
        <p:nvSpPr>
          <p:cNvPr id="14" name="Text 9"/>
          <p:cNvSpPr/>
          <p:nvPr/>
        </p:nvSpPr>
        <p:spPr>
          <a:xfrm>
            <a:off x="1004316" y="18669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Tablespoon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71500" y="23114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9286456528027836e+95" dist="1.2202690220011606e+95" dir="7.107572007482426e+111">
              <a:srgbClr val="00275B">
                <a:alpha val="1.9999999999999995e+114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2300" y="23743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22300" y="23743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16" dirty="0"/>
          </a:p>
        </p:txBody>
      </p:sp>
      <p:sp>
        <p:nvSpPr>
          <p:cNvPr id="18" name="Text 13"/>
          <p:cNvSpPr/>
          <p:nvPr/>
        </p:nvSpPr>
        <p:spPr>
          <a:xfrm>
            <a:off x="1004316" y="23114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Knife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71500" y="27559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7193799790595354e+99" dist="1.549741657941474e+99" dir="4.2645432044894554e+116">
              <a:srgbClr val="00275B">
                <a:alpha val="1.9999999999999995e+119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2300" y="28188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2300" y="28188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16" dirty="0"/>
          </a:p>
        </p:txBody>
      </p:sp>
      <p:sp>
        <p:nvSpPr>
          <p:cNvPr id="22" name="Text 17"/>
          <p:cNvSpPr/>
          <p:nvPr/>
        </p:nvSpPr>
        <p:spPr>
          <a:xfrm>
            <a:off x="1004316" y="27559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71500" y="32004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72361257340561e+103" dist="1.9681719055856718e+103" dir="2.5587259226936733e+121">
              <a:srgbClr val="00275B">
                <a:alpha val="1.9999999999999994e+124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2300" y="32633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2300" y="32633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16" dirty="0"/>
          </a:p>
        </p:txBody>
      </p:sp>
      <p:sp>
        <p:nvSpPr>
          <p:cNvPr id="26" name="Text 21"/>
          <p:cNvSpPr/>
          <p:nvPr/>
        </p:nvSpPr>
        <p:spPr>
          <a:xfrm>
            <a:off x="1004316" y="32004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small bowls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71500" y="36449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998987968225125e+107" dist="2.4995783200938032e+107" dir="1.535235553616204e+126">
              <a:srgbClr val="00275B">
                <a:alpha val="1.9999999999999994e+129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22300" y="37078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2300" y="37078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16" dirty="0"/>
          </a:p>
        </p:txBody>
      </p:sp>
      <p:sp>
        <p:nvSpPr>
          <p:cNvPr id="30" name="Text 25"/>
          <p:cNvSpPr/>
          <p:nvPr/>
        </p:nvSpPr>
        <p:spPr>
          <a:xfrm>
            <a:off x="1004316" y="36449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Fork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71500" y="40894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.618714719645908e+111" dist="3.17446446651913e+111" dir="9.211413321697224e+130">
              <a:srgbClr val="00275B">
                <a:alpha val="1.9999999999999994e+134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22300" y="41523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2300" y="41523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116" dirty="0"/>
          </a:p>
        </p:txBody>
      </p:sp>
      <p:sp>
        <p:nvSpPr>
          <p:cNvPr id="34" name="Text 29"/>
          <p:cNvSpPr/>
          <p:nvPr/>
        </p:nvSpPr>
        <p:spPr>
          <a:xfrm>
            <a:off x="1004316" y="40894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Pastry brush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571500" y="45339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9.675767693950304e+115" dist="4.0315698724792955e+115" dir="5.526847993018334e+135">
              <a:srgbClr val="00275B">
                <a:alpha val="1.9999999999999995e+139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22300" y="45968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22300" y="45968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116" dirty="0"/>
          </a:p>
        </p:txBody>
      </p:sp>
      <p:sp>
        <p:nvSpPr>
          <p:cNvPr id="38" name="Text 33"/>
          <p:cNvSpPr/>
          <p:nvPr/>
        </p:nvSpPr>
        <p:spPr>
          <a:xfrm>
            <a:off x="1004316" y="45339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Air fryer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571500" y="49784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2288224971316886e+120" dist="5.120093738048705e+119" dir="3.3161087958110005e+140">
              <a:srgbClr val="00275B">
                <a:alpha val="1.9999999999999997e+144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22300" y="50413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22300" y="50413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116" dirty="0"/>
          </a:p>
        </p:txBody>
      </p:sp>
      <p:sp>
        <p:nvSpPr>
          <p:cNvPr id="42" name="Text 37"/>
          <p:cNvSpPr/>
          <p:nvPr/>
        </p:nvSpPr>
        <p:spPr>
          <a:xfrm>
            <a:off x="1004316" y="49784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Lemon squeezer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571500" y="54229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5606045713572446e+124" dist="6.502519047321855e+123" dir="1.9896652774866004e+145">
              <a:srgbClr val="00275B">
                <a:alpha val="1.9999999999999996e+149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622300" y="54858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22300" y="54858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116" dirty="0"/>
          </a:p>
        </p:txBody>
      </p:sp>
      <p:sp>
        <p:nvSpPr>
          <p:cNvPr id="46" name="Text 41"/>
          <p:cNvSpPr/>
          <p:nvPr/>
        </p:nvSpPr>
        <p:spPr>
          <a:xfrm>
            <a:off x="1004316" y="54229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Microwave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571500" y="5867400"/>
            <a:ext cx="4064000" cy="393700"/>
          </a:xfrm>
          <a:prstGeom prst="roundRect">
            <a:avLst>
              <a:gd name="adj" fmla="val 371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9819678056237005e+128" dist="8.258199190098756e+127" dir="1.1937991664919603e+150">
              <a:srgbClr val="00275B">
                <a:alpha val="1.9999999999999998e+154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622300" y="5930392"/>
            <a:ext cx="267716" cy="267716"/>
          </a:xfrm>
          <a:prstGeom prst="roundRect">
            <a:avLst>
              <a:gd name="adj" fmla="val 34156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22300" y="5930392"/>
            <a:ext cx="267716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6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116" dirty="0"/>
          </a:p>
        </p:txBody>
      </p:sp>
      <p:sp>
        <p:nvSpPr>
          <p:cNvPr id="50" name="Text 45"/>
          <p:cNvSpPr/>
          <p:nvPr/>
        </p:nvSpPr>
        <p:spPr>
          <a:xfrm>
            <a:off x="1004316" y="5867400"/>
            <a:ext cx="355498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Oven mitt</a:t>
            </a:r>
            <a:endParaRPr lang="en-US" sz="1400" dirty="0"/>
          </a:p>
        </p:txBody>
      </p:sp>
      <p:sp>
        <p:nvSpPr>
          <p:cNvPr id="51" name="Shape 46"/>
          <p:cNvSpPr/>
          <p:nvPr/>
        </p:nvSpPr>
        <p:spPr>
          <a:xfrm>
            <a:off x="5080000" y="14732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5170991131420998e+132" dist="1.0487912971425421e+132" dir="7.162794998951762e+154">
              <a:srgbClr val="00275B">
                <a:alpha val="2e+159"/>
              </a:srgbClr>
            </a:outerShdw>
          </a:effectLst>
        </p:spPr>
      </p:sp>
      <p:pic>
        <p:nvPicPr>
          <p:cNvPr id="52" name="Image 3" descr="/home/user/cooking-class/art/deck/assets/pic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248" y="1717548"/>
            <a:ext cx="1060704" cy="1060704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4908550" y="13017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4908550" y="13017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55" name="Shape 49"/>
          <p:cNvSpPr/>
          <p:nvPr/>
        </p:nvSpPr>
        <p:spPr>
          <a:xfrm>
            <a:off x="6718300" y="14732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1967158736904667e+136" dist="1.3319649473710286e+136" dir="4.297676999371057e+159">
              <a:srgbClr val="00275B">
                <a:alpha val="1.9999999999999997e+164"/>
              </a:srgbClr>
            </a:outerShdw>
          </a:effectLst>
        </p:spPr>
      </p:sp>
      <p:pic>
        <p:nvPicPr>
          <p:cNvPr id="56" name="Image 4" descr="/home/user/cooking-class/art/deck/assets/pic-spo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548" y="1717548"/>
            <a:ext cx="1060704" cy="1060704"/>
          </a:xfrm>
          <a:prstGeom prst="rect">
            <a:avLst/>
          </a:prstGeom>
        </p:spPr>
      </p:pic>
      <p:sp>
        <p:nvSpPr>
          <p:cNvPr id="57" name="Shape 50"/>
          <p:cNvSpPr/>
          <p:nvPr/>
        </p:nvSpPr>
        <p:spPr>
          <a:xfrm>
            <a:off x="6546850" y="13017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6546850" y="13017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59" name="Shape 52"/>
          <p:cNvSpPr/>
          <p:nvPr/>
        </p:nvSpPr>
        <p:spPr>
          <a:xfrm>
            <a:off x="8356600" y="14732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0598291595868925e+140" dist="1.6915954831612062e+140" dir="2.5786061996226343e+164">
              <a:srgbClr val="00275B">
                <a:alpha val="2e+169"/>
              </a:srgbClr>
            </a:outerShdw>
          </a:effectLst>
        </p:spPr>
      </p:sp>
      <p:pic>
        <p:nvPicPr>
          <p:cNvPr id="60" name="Image 5" descr="/home/user/cooking-class/art/deck/assets/pic-knif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2848" y="1717548"/>
            <a:ext cx="1060704" cy="1060704"/>
          </a:xfrm>
          <a:prstGeom prst="rect">
            <a:avLst/>
          </a:prstGeom>
        </p:spPr>
      </p:pic>
      <p:sp>
        <p:nvSpPr>
          <p:cNvPr id="61" name="Shape 53"/>
          <p:cNvSpPr/>
          <p:nvPr/>
        </p:nvSpPr>
        <p:spPr>
          <a:xfrm>
            <a:off x="8185150" y="13017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8185150" y="13017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Shape 55"/>
          <p:cNvSpPr/>
          <p:nvPr/>
        </p:nvSpPr>
        <p:spPr>
          <a:xfrm>
            <a:off x="9994900" y="14732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155983032675354e+144" dist="2.148326263614732e+144" dir="1.5471637197735807e+169">
              <a:srgbClr val="00275B">
                <a:alpha val="1.9999999999999997e+174"/>
              </a:srgbClr>
            </a:outerShdw>
          </a:effectLst>
        </p:spPr>
      </p:sp>
      <p:pic>
        <p:nvPicPr>
          <p:cNvPr id="64" name="Image 6" descr="/home/user/cooking-class/art/deck/assets/pic-pla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1148" y="1717548"/>
            <a:ext cx="1060704" cy="1060704"/>
          </a:xfrm>
          <a:prstGeom prst="rect">
            <a:avLst/>
          </a:prstGeom>
        </p:spPr>
      </p:pic>
      <p:sp>
        <p:nvSpPr>
          <p:cNvPr id="65" name="Shape 56"/>
          <p:cNvSpPr/>
          <p:nvPr/>
        </p:nvSpPr>
        <p:spPr>
          <a:xfrm>
            <a:off x="9823450" y="13017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9823450" y="13017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67" name="Shape 58"/>
          <p:cNvSpPr/>
          <p:nvPr/>
        </p:nvSpPr>
        <p:spPr>
          <a:xfrm>
            <a:off x="5080000" y="31115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548098451497699e+148" dist="2.7283743547907096e+148" dir="9.282982318641485e+173">
              <a:srgbClr val="00275B">
                <a:alpha val="1.9999999999999997e+179"/>
              </a:srgbClr>
            </a:outerShdw>
          </a:effectLst>
        </p:spPr>
      </p:sp>
      <p:pic>
        <p:nvPicPr>
          <p:cNvPr id="68" name="Image 7" descr="/home/user/cooking-class/art/deck/assets/pic-bowl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6248" y="3355848"/>
            <a:ext cx="1060704" cy="1060704"/>
          </a:xfrm>
          <a:prstGeom prst="rect">
            <a:avLst/>
          </a:prstGeom>
        </p:spPr>
      </p:pic>
      <p:sp>
        <p:nvSpPr>
          <p:cNvPr id="69" name="Shape 59"/>
          <p:cNvSpPr/>
          <p:nvPr/>
        </p:nvSpPr>
        <p:spPr>
          <a:xfrm>
            <a:off x="4908550" y="29400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70" name="Text 60"/>
          <p:cNvSpPr/>
          <p:nvPr/>
        </p:nvSpPr>
        <p:spPr>
          <a:xfrm>
            <a:off x="4908550" y="29400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71" name="Shape 61"/>
          <p:cNvSpPr/>
          <p:nvPr/>
        </p:nvSpPr>
        <p:spPr>
          <a:xfrm>
            <a:off x="6718300" y="31115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316085033402078e+152" dist="3.465035430584201e+152" dir="5.569789391184891e+178">
              <a:srgbClr val="00275B">
                <a:alpha val="1.9999999999999997e+184"/>
              </a:srgbClr>
            </a:outerShdw>
          </a:effectLst>
        </p:spPr>
      </p:sp>
      <p:pic>
        <p:nvPicPr>
          <p:cNvPr id="72" name="Image 8" descr="/home/user/cooking-class/art/deck/assets/pic-fo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4548" y="3355848"/>
            <a:ext cx="1060704" cy="1060704"/>
          </a:xfrm>
          <a:prstGeom prst="rect">
            <a:avLst/>
          </a:prstGeom>
        </p:spPr>
      </p:pic>
      <p:sp>
        <p:nvSpPr>
          <p:cNvPr id="73" name="Shape 62"/>
          <p:cNvSpPr/>
          <p:nvPr/>
        </p:nvSpPr>
        <p:spPr>
          <a:xfrm>
            <a:off x="6546850" y="29400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6546850" y="29400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75" name="Shape 64"/>
          <p:cNvSpPr/>
          <p:nvPr/>
        </p:nvSpPr>
        <p:spPr>
          <a:xfrm>
            <a:off x="8356600" y="31115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056142799242064e+157" dist="4.400594996841935e+156" dir="3.3418736347109347e+183">
              <a:srgbClr val="00275B">
                <a:alpha val="1.9999999999999996e+189"/>
              </a:srgbClr>
            </a:outerShdw>
          </a:effectLst>
        </p:spPr>
      </p:sp>
      <p:pic>
        <p:nvPicPr>
          <p:cNvPr id="76" name="Image 9" descr="/home/user/cooking-class/art/deck/assets/pic-brus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2848" y="3355848"/>
            <a:ext cx="1060704" cy="1060704"/>
          </a:xfrm>
          <a:prstGeom prst="rect">
            <a:avLst/>
          </a:prstGeom>
        </p:spPr>
      </p:pic>
      <p:sp>
        <p:nvSpPr>
          <p:cNvPr id="77" name="Shape 65"/>
          <p:cNvSpPr/>
          <p:nvPr/>
        </p:nvSpPr>
        <p:spPr>
          <a:xfrm>
            <a:off x="8185150" y="29400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78" name="Text 66"/>
          <p:cNvSpPr/>
          <p:nvPr/>
        </p:nvSpPr>
        <p:spPr>
          <a:xfrm>
            <a:off x="8185150" y="29400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79" name="Shape 67"/>
          <p:cNvSpPr/>
          <p:nvPr/>
        </p:nvSpPr>
        <p:spPr>
          <a:xfrm>
            <a:off x="9994900" y="31115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3413013550374212e+161" dist="5.588755645989258e+160" dir="2.0051241808265608e+188">
              <a:srgbClr val="00275B">
                <a:alpha val="1.9999999999999996e+194"/>
              </a:srgbClr>
            </a:outerShdw>
          </a:effectLst>
        </p:spPr>
      </p:sp>
      <p:pic>
        <p:nvPicPr>
          <p:cNvPr id="80" name="Image 10" descr="/home/user/cooking-class/art/deck/assets/pic-airfry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1148" y="3355848"/>
            <a:ext cx="1060704" cy="1060704"/>
          </a:xfrm>
          <a:prstGeom prst="rect">
            <a:avLst/>
          </a:prstGeom>
        </p:spPr>
      </p:pic>
      <p:sp>
        <p:nvSpPr>
          <p:cNvPr id="81" name="Shape 68"/>
          <p:cNvSpPr/>
          <p:nvPr/>
        </p:nvSpPr>
        <p:spPr>
          <a:xfrm>
            <a:off x="9823450" y="29400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82" name="Text 69"/>
          <p:cNvSpPr/>
          <p:nvPr/>
        </p:nvSpPr>
        <p:spPr>
          <a:xfrm>
            <a:off x="9823450" y="29400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600" dirty="0"/>
          </a:p>
        </p:txBody>
      </p:sp>
      <p:sp>
        <p:nvSpPr>
          <p:cNvPr id="83" name="Shape 70"/>
          <p:cNvSpPr/>
          <p:nvPr/>
        </p:nvSpPr>
        <p:spPr>
          <a:xfrm>
            <a:off x="5080000" y="47498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703452720897525e+165" dist="7.097719670406357e+164" dir="1.2030745084959364e+193">
              <a:srgbClr val="00275B">
                <a:alpha val="1.9999999999999998e+199"/>
              </a:srgbClr>
            </a:outerShdw>
          </a:effectLst>
        </p:spPr>
      </p:sp>
      <p:pic>
        <p:nvPicPr>
          <p:cNvPr id="84" name="Image 11" descr="/home/user/cooking-class/art/deck/assets/pic-squeez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86248" y="4994148"/>
            <a:ext cx="1060704" cy="1060704"/>
          </a:xfrm>
          <a:prstGeom prst="rect">
            <a:avLst/>
          </a:prstGeom>
        </p:spPr>
      </p:pic>
      <p:sp>
        <p:nvSpPr>
          <p:cNvPr id="85" name="Shape 71"/>
          <p:cNvSpPr/>
          <p:nvPr/>
        </p:nvSpPr>
        <p:spPr>
          <a:xfrm>
            <a:off x="4908550" y="45783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86" name="Text 72"/>
          <p:cNvSpPr/>
          <p:nvPr/>
        </p:nvSpPr>
        <p:spPr>
          <a:xfrm>
            <a:off x="4908550" y="45783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600" dirty="0"/>
          </a:p>
        </p:txBody>
      </p:sp>
      <p:sp>
        <p:nvSpPr>
          <p:cNvPr id="87" name="Shape 73"/>
          <p:cNvSpPr/>
          <p:nvPr/>
        </p:nvSpPr>
        <p:spPr>
          <a:xfrm>
            <a:off x="6718300" y="47498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1633849555398568e+169" dist="9.014103981416073e+168" dir="7.218447050975619e+197">
              <a:srgbClr val="00275B">
                <a:alpha val="1.9999999999999997e+204"/>
              </a:srgbClr>
            </a:outerShdw>
          </a:effectLst>
        </p:spPr>
      </p:sp>
      <p:pic>
        <p:nvPicPr>
          <p:cNvPr id="88" name="Image 12" descr="/home/user/cooking-class/art/deck/assets/pic-microwav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24548" y="4994148"/>
            <a:ext cx="1060704" cy="1060704"/>
          </a:xfrm>
          <a:prstGeom prst="rect">
            <a:avLst/>
          </a:prstGeom>
        </p:spPr>
      </p:pic>
      <p:sp>
        <p:nvSpPr>
          <p:cNvPr id="89" name="Shape 74"/>
          <p:cNvSpPr/>
          <p:nvPr/>
        </p:nvSpPr>
        <p:spPr>
          <a:xfrm>
            <a:off x="6546850" y="45783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90" name="Text 75"/>
          <p:cNvSpPr/>
          <p:nvPr/>
        </p:nvSpPr>
        <p:spPr>
          <a:xfrm>
            <a:off x="6546850" y="45783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91" name="Shape 76"/>
          <p:cNvSpPr/>
          <p:nvPr/>
        </p:nvSpPr>
        <p:spPr>
          <a:xfrm>
            <a:off x="8356600" y="4749800"/>
            <a:ext cx="1473200" cy="1473200"/>
          </a:xfrm>
          <a:prstGeom prst="roundRect">
            <a:avLst>
              <a:gd name="adj" fmla="val 11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7474988935356184e+173" dist="1.1447912056398413e+173" dir="4.3310682305853715e+202">
              <a:srgbClr val="00275B">
                <a:alpha val="1.9999999999999998e+209"/>
              </a:srgbClr>
            </a:outerShdw>
          </a:effectLst>
        </p:spPr>
      </p:sp>
      <p:pic>
        <p:nvPicPr>
          <p:cNvPr id="92" name="Image 13" descr="/home/user/cooking-class/art/deck/assets/pic-mit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62848" y="4994148"/>
            <a:ext cx="1060704" cy="1060704"/>
          </a:xfrm>
          <a:prstGeom prst="rect">
            <a:avLst/>
          </a:prstGeom>
        </p:spPr>
      </p:pic>
      <p:sp>
        <p:nvSpPr>
          <p:cNvPr id="93" name="Shape 77"/>
          <p:cNvSpPr/>
          <p:nvPr/>
        </p:nvSpPr>
        <p:spPr>
          <a:xfrm>
            <a:off x="8185150" y="4578350"/>
            <a:ext cx="393700" cy="393700"/>
          </a:xfrm>
          <a:prstGeom prst="roundRect">
            <a:avLst>
              <a:gd name="adj" fmla="val 2787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94" name="Text 78"/>
          <p:cNvSpPr/>
          <p:nvPr/>
        </p:nvSpPr>
        <p:spPr>
          <a:xfrm>
            <a:off x="8185150" y="4578350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600" dirty="0"/>
          </a:p>
        </p:txBody>
      </p:sp>
      <p:pic>
        <p:nvPicPr>
          <p:cNvPr id="95" name="Image 14" descr="/home/user/cooking-class/art/deck/assets/pc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94900" y="4749800"/>
            <a:ext cx="1473200" cy="147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deck/assets/gh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0" y="5181600"/>
            <a:ext cx="2794000" cy="1676400"/>
          </a:xfrm>
          <a:prstGeom prst="rect">
            <a:avLst/>
          </a:prstGeom>
        </p:spPr>
      </p:pic>
      <p:pic>
        <p:nvPicPr>
          <p:cNvPr id="3" name="Image 1" descr="/home/user/cooking-class/art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0" y="241300"/>
            <a:ext cx="749300" cy="850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6445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by @ezclass_</a:t>
            </a:r>
            <a:endParaRPr lang="en-US" sz="1000" dirty="0"/>
          </a:p>
        </p:txBody>
      </p:sp>
      <p:pic>
        <p:nvPicPr>
          <p:cNvPr id="5" name="Image 2" descr="/home/user/cooking-class/art/deck/assets/tex-695x123-F27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71500" y="355600"/>
            <a:ext cx="4412080" cy="7802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 rot="21480000">
            <a:off x="508000" y="355600"/>
            <a:ext cx="453908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Recipe vocab</a:t>
            </a:r>
            <a:endParaRPr lang="en-US" sz="4800" dirty="0"/>
          </a:p>
        </p:txBody>
      </p:sp>
      <p:sp>
        <p:nvSpPr>
          <p:cNvPr id="7" name="Shape 2"/>
          <p:cNvSpPr/>
          <p:nvPr/>
        </p:nvSpPr>
        <p:spPr>
          <a:xfrm>
            <a:off x="571500" y="1473200"/>
            <a:ext cx="742950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4893235947902355e+177" dist="1.4538848311625985e+177" dir="2.598640938351223e+207">
              <a:srgbClr val="00275B">
                <a:alpha val="1.9999999999999997e+214"/>
              </a:srgbClr>
            </a:outerShdw>
          </a:effectLst>
        </p:spPr>
      </p:sp>
      <p:pic>
        <p:nvPicPr>
          <p:cNvPr id="8" name="Image 3" descr="/home/user/cooking-class/art/deck/assets/tex-211x49-F27D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787400" y="1282700"/>
            <a:ext cx="1337986" cy="30886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 rot="21480000">
            <a:off x="723900" y="1282700"/>
            <a:ext cx="1464986" cy="30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-57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ACTIONS</a:t>
            </a:r>
            <a:endParaRPr lang="en-US" sz="1900" dirty="0"/>
          </a:p>
        </p:txBody>
      </p:sp>
      <p:sp>
        <p:nvSpPr>
          <p:cNvPr id="10" name="Shape 4"/>
          <p:cNvSpPr/>
          <p:nvPr/>
        </p:nvSpPr>
        <p:spPr>
          <a:xfrm>
            <a:off x="787400" y="19050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431440965383599e+181" dist="1.8464337355765e+181" dir="1.5591845630107338e+212">
              <a:srgbClr val="00275B">
                <a:alpha val="1.9999999999999996e+219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939800" y="19748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39800" y="22606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Cortar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2578100" y="19050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62793002603717e+185" dist="2.344970844182155e+185" dir="9.355107378064403e+216">
              <a:srgbClr val="00275B">
                <a:alpha val="1.9999999999999995e+224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2730500" y="19748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Put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2730500" y="22606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Colocar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368800" y="19050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.147471133067207e+189" dist="2.978112972111337e+189" dir="5.613064426838642e+221">
              <a:srgbClr val="00275B">
                <a:alpha val="1.9999999999999994e+229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521200" y="19748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521200" y="22606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Adicionar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159500" y="19050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9.077288338995353e+193" dist="3.782203474581398e+193" dir="3.367838656103185e+226">
              <a:srgbClr val="00275B">
                <a:alpha val="1.9999999999999993e+234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311900" y="19748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Mix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311900" y="22606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Misturar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87400" y="26289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1528156190524098e+198" dist="4.803398412718375e+197" dir="2.020703193661911e+231">
              <a:srgbClr val="00275B">
                <a:alpha val="1.9999999999999993e+239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939800" y="26987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9800" y="29845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Aquecer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578100" y="26289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4640758361965605e+202" dist="6.100315984152336e+201" dir="1.2124219161971466e+236">
              <a:srgbClr val="00275B">
                <a:alpha val="1.9999999999999992e+244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2730500" y="26987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Squeeze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730500" y="29845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Espremer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368800" y="26289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8593763119696318e+206" dist="7.747401299873467e+205" dir="7.27453149718288e+240">
              <a:srgbClr val="00275B">
                <a:alpha val="1.999999999999999e+249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4521200" y="26987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4521200" y="29845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Despejar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159500" y="26289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3614079162014322e+210" dist="9.839199650839303e+209" dir="4.364718898309728e+245">
              <a:srgbClr val="00275B">
                <a:alpha val="1.999999999999999e+254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6311900" y="26987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Unroll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311900" y="29845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Desenrolar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87400" y="33528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9989880535758187e+214" dist="1.2495783556565913e+214" dir="2.6188313389858368e+250">
              <a:srgbClr val="00275B">
                <a:alpha val="1.9999999999999992e+259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939800" y="34226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Fold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939800" y="37084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Dobrar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2578100" y="33528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80871482804129e+218" dist="1.586964511683871e+218" dir="1.571298803391502e+255">
              <a:srgbClr val="00275B">
                <a:alpha val="1.9999999999999992e+264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2730500" y="34226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Press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2730500" y="37084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Pressionar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4368800" y="33528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8370678316124384e+222" dist="2.0154449298385163e+222" dir="9.427792820349012e+259">
              <a:srgbClr val="00275B">
                <a:alpha val="1.9999999999999992e+269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4521200" y="34226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Crack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4521200" y="37084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Quebrar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6159500" y="33528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143076146147797e+226" dist="2.5596150608949156e+226" dir="5.656675692209407e+264">
              <a:srgbClr val="00275B">
                <a:alpha val="1.999999999999999e+274"/>
              </a:srgbClr>
            </a:outerShdw>
          </a:effectLst>
        </p:spPr>
      </p:sp>
      <p:sp>
        <p:nvSpPr>
          <p:cNvPr id="44" name="Text 38"/>
          <p:cNvSpPr/>
          <p:nvPr/>
        </p:nvSpPr>
        <p:spPr>
          <a:xfrm>
            <a:off x="6311900" y="34226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Beat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6311900" y="37084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Bater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787400" y="40767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.801706705607703e+230" dist="3.250711127336543e+230" dir="3.3940054153256444e+269">
              <a:srgbClr val="00275B">
                <a:alpha val="1.999999999999999e+279"/>
              </a:srgbClr>
            </a:outerShdw>
          </a:effectLst>
        </p:spPr>
      </p:sp>
      <p:sp>
        <p:nvSpPr>
          <p:cNvPr id="47" name="Text 41"/>
          <p:cNvSpPr/>
          <p:nvPr/>
        </p:nvSpPr>
        <p:spPr>
          <a:xfrm>
            <a:off x="939800" y="41465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Brush</a:t>
            </a:r>
            <a:endParaRPr lang="en-US" sz="1600" dirty="0"/>
          </a:p>
        </p:txBody>
      </p:sp>
      <p:sp>
        <p:nvSpPr>
          <p:cNvPr id="48" name="Text 42"/>
          <p:cNvSpPr/>
          <p:nvPr/>
        </p:nvSpPr>
        <p:spPr>
          <a:xfrm>
            <a:off x="939800" y="4432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Pincelar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2578100" y="40767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9.908167516121783e+234" dist="4.12840313171741e+234" dir="2.0364032491953868e+274">
              <a:srgbClr val="00275B">
                <a:alpha val="1.9999999999999992e+284"/>
              </a:srgbClr>
            </a:outerShdw>
          </a:effectLst>
        </p:spPr>
      </p:sp>
      <p:sp>
        <p:nvSpPr>
          <p:cNvPr id="50" name="Text 44"/>
          <p:cNvSpPr/>
          <p:nvPr/>
        </p:nvSpPr>
        <p:spPr>
          <a:xfrm>
            <a:off x="2730500" y="41465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Pre-heat</a:t>
            </a:r>
            <a:endParaRPr lang="en-US" sz="1600" dirty="0"/>
          </a:p>
        </p:txBody>
      </p:sp>
      <p:sp>
        <p:nvSpPr>
          <p:cNvPr id="51" name="Text 45"/>
          <p:cNvSpPr/>
          <p:nvPr/>
        </p:nvSpPr>
        <p:spPr>
          <a:xfrm>
            <a:off x="2730500" y="4432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Pré-aquecer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4368800" y="40767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2583372745474664e+239" dist="5.24307197728111e+238" dir="1.221841949517232e+279">
              <a:srgbClr val="00275B">
                <a:alpha val="1.9999999999999993e+289"/>
              </a:srgbClr>
            </a:outerShdw>
          </a:effectLst>
        </p:spPr>
      </p:sp>
      <p:sp>
        <p:nvSpPr>
          <p:cNvPr id="53" name="Text 47"/>
          <p:cNvSpPr/>
          <p:nvPr/>
        </p:nvSpPr>
        <p:spPr>
          <a:xfrm>
            <a:off x="4521200" y="41465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Flip</a:t>
            </a:r>
            <a:endParaRPr lang="en-US" sz="1600" dirty="0"/>
          </a:p>
        </p:txBody>
      </p:sp>
      <p:sp>
        <p:nvSpPr>
          <p:cNvPr id="54" name="Text 48"/>
          <p:cNvSpPr/>
          <p:nvPr/>
        </p:nvSpPr>
        <p:spPr>
          <a:xfrm>
            <a:off x="4521200" y="4432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Virar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6159500" y="4076700"/>
            <a:ext cx="1676400" cy="635000"/>
          </a:xfrm>
          <a:prstGeom prst="roundRect">
            <a:avLst>
              <a:gd name="adj" fmla="val 230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5980883386752823e+243" dist="6.65870141114701e+242" dir="7.331051697103393e+283">
              <a:srgbClr val="00275B">
                <a:alpha val="1.9999999999999993e+294"/>
              </a:srgbClr>
            </a:outerShdw>
          </a:effectLst>
        </p:spPr>
      </p:sp>
      <p:sp>
        <p:nvSpPr>
          <p:cNvPr id="56" name="Text 50"/>
          <p:cNvSpPr/>
          <p:nvPr/>
        </p:nvSpPr>
        <p:spPr>
          <a:xfrm>
            <a:off x="6311900" y="4146550"/>
            <a:ext cx="1447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Bake</a:t>
            </a:r>
            <a:endParaRPr lang="en-US" sz="1600" dirty="0"/>
          </a:p>
        </p:txBody>
      </p:sp>
      <p:sp>
        <p:nvSpPr>
          <p:cNvPr id="57" name="Text 51"/>
          <p:cNvSpPr/>
          <p:nvPr/>
        </p:nvSpPr>
        <p:spPr>
          <a:xfrm>
            <a:off x="6311900" y="4432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Assar</a:t>
            </a:r>
            <a:endParaRPr lang="en-US" sz="1050" dirty="0"/>
          </a:p>
        </p:txBody>
      </p:sp>
      <p:pic>
        <p:nvPicPr>
          <p:cNvPr id="58" name="Image 4" descr="/home/user/cooking-class/art/deck/assets/pc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0" y="1397000"/>
            <a:ext cx="2540000" cy="2540000"/>
          </a:xfrm>
          <a:prstGeom prst="rect">
            <a:avLst/>
          </a:prstGeom>
        </p:spPr>
      </p:pic>
      <p:sp>
        <p:nvSpPr>
          <p:cNvPr id="59" name="Shape 52"/>
          <p:cNvSpPr/>
          <p:nvPr/>
        </p:nvSpPr>
        <p:spPr>
          <a:xfrm rot="240000">
            <a:off x="8382000" y="4032250"/>
            <a:ext cx="2921000" cy="2222500"/>
          </a:xfrm>
          <a:prstGeom prst="rect">
            <a:avLst>
              <a:gd name="adj" fmla="val 49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0295721901176086e+247" dist="8.456550792156703e+246" dir="4.3986310182620354e+288">
              <a:srgbClr val="00275B">
                <a:alpha val="1.9999999999999994e+299"/>
              </a:srgbClr>
            </a:outerShdw>
          </a:effectLst>
        </p:spPr>
      </p:sp>
      <p:pic>
        <p:nvPicPr>
          <p:cNvPr id="60" name="Image 5" descr="/home/user/cooking-class/art/deck/assets/po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0000">
            <a:off x="8503830" y="4146813"/>
            <a:ext cx="2692400" cy="1778000"/>
          </a:xfrm>
          <a:prstGeom prst="rect">
            <a:avLst/>
          </a:prstGeom>
        </p:spPr>
      </p:pic>
      <p:sp>
        <p:nvSpPr>
          <p:cNvPr id="61" name="Shape 53"/>
          <p:cNvSpPr/>
          <p:nvPr/>
        </p:nvSpPr>
        <p:spPr>
          <a:xfrm rot="21120000">
            <a:off x="9302750" y="4178300"/>
            <a:ext cx="698500" cy="279400"/>
          </a:xfrm>
          <a:prstGeom prst="rect">
            <a:avLst>
              <a:gd name="adj" fmla="val 39273"/>
            </a:avLst>
          </a:prstGeom>
          <a:solidFill>
            <a:srgbClr val="F2D541">
              <a:alpha val="85000"/>
            </a:srgbClr>
          </a:solidFill>
          <a:ln w="12700">
            <a:solidFill>
              <a:srgbClr val="F2D54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deck/assets/gh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0" y="5181600"/>
            <a:ext cx="2794000" cy="1676400"/>
          </a:xfrm>
          <a:prstGeom prst="rect">
            <a:avLst/>
          </a:prstGeom>
        </p:spPr>
      </p:pic>
      <p:pic>
        <p:nvPicPr>
          <p:cNvPr id="3" name="Image 1" descr="/home/user/cooking-class/art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0" y="241300"/>
            <a:ext cx="749300" cy="850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6445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by @ezclass_</a:t>
            </a:r>
            <a:endParaRPr lang="en-US" sz="1000" dirty="0"/>
          </a:p>
        </p:txBody>
      </p:sp>
      <p:pic>
        <p:nvPicPr>
          <p:cNvPr id="5" name="Image 2" descr="/home/user/cooking-class/art/deck/assets/tex-695x123-F27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71500" y="355600"/>
            <a:ext cx="4412080" cy="7802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 rot="21480000">
            <a:off x="508000" y="355600"/>
            <a:ext cx="453908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Recipe vocab</a:t>
            </a:r>
            <a:endParaRPr lang="en-US" sz="4800" dirty="0"/>
          </a:p>
        </p:txBody>
      </p:sp>
      <p:sp>
        <p:nvSpPr>
          <p:cNvPr id="7" name="Shape 2"/>
          <p:cNvSpPr/>
          <p:nvPr/>
        </p:nvSpPr>
        <p:spPr>
          <a:xfrm>
            <a:off x="571500" y="1473200"/>
            <a:ext cx="5334000" cy="3810000"/>
          </a:xfrm>
          <a:prstGeom prst="roundRect">
            <a:avLst>
              <a:gd name="adj" fmla="val 38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577556681449363e+251" dist="1.0739819506039013e+251" dir="2.6391786109572213e+293">
              <a:srgbClr val="00275B">
                <a:alpha val="1.9999999999999994e+304"/>
              </a:srgbClr>
            </a:outerShdw>
          </a:effectLst>
        </p:spPr>
      </p:sp>
      <p:pic>
        <p:nvPicPr>
          <p:cNvPr id="8" name="Image 3" descr="/home/user/cooking-class/art/deck/assets/tex-177x49-00275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787400" y="1282700"/>
            <a:ext cx="1123711" cy="30886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 rot="21480000">
            <a:off x="723900" y="1282700"/>
            <a:ext cx="1250711" cy="30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-57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NOUNS</a:t>
            </a:r>
            <a:endParaRPr lang="en-US" sz="1900" dirty="0"/>
          </a:p>
        </p:txBody>
      </p:sp>
      <p:sp>
        <p:nvSpPr>
          <p:cNvPr id="10" name="Shape 4"/>
          <p:cNvSpPr/>
          <p:nvPr/>
        </p:nvSpPr>
        <p:spPr>
          <a:xfrm>
            <a:off x="787400" y="1905000"/>
            <a:ext cx="23622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273496985440691e+255" dist="1.3639570772669546e+255" dir="1.5835071665743328e+298">
              <a:srgbClr val="00275B">
                <a:alpha val="Infinity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939800" y="1981835"/>
            <a:ext cx="21336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Filling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39800" y="2296160"/>
            <a:ext cx="2133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Recheio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3251200" y="1905000"/>
            <a:ext cx="23622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1573411715096775e+259" dist="1.7322254881290324e+259" dir="9.501042999445996e+302">
              <a:srgbClr val="00275B">
                <a:alpha val="Infinity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3403600" y="1981835"/>
            <a:ext cx="21336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Dough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403600" y="2296160"/>
            <a:ext cx="2133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Massa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787400" y="2705100"/>
            <a:ext cx="23622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27982328781729e+263" dist="2.1999263699238713e+263" dir="5.700625799667598e+307">
              <a:srgbClr val="00275B">
                <a:alpha val="Infinity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939800" y="2781935"/>
            <a:ext cx="21336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39800" y="3096260"/>
            <a:ext cx="2133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Tortinha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3251200" y="2705100"/>
            <a:ext cx="23622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.705375575527958e+267" dist="2.7939064898033167e+267" dir="Infinity">
              <a:srgbClr val="00275B">
                <a:alpha val="Infinity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3403600" y="2781935"/>
            <a:ext cx="21336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Rectangle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3403600" y="3096260"/>
            <a:ext cx="2133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Retângulo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87400" y="3505200"/>
            <a:ext cx="23622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.515826980920506e+271" dist="3.548261242050212e+271" dir="Infinity">
              <a:srgbClr val="00275B">
                <a:alpha val="Infinity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939800" y="3582035"/>
            <a:ext cx="21336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Edges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9800" y="3896360"/>
            <a:ext cx="2133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Bordas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51200" y="3505200"/>
            <a:ext cx="23622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0815100265769043e+276" dist="4.50629177740377e+275" dir="Infinity">
              <a:srgbClr val="00275B">
                <a:alpha val="Infinity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3403600" y="3582035"/>
            <a:ext cx="21336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3403600" y="3896360"/>
            <a:ext cx="2133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87400" y="4305300"/>
            <a:ext cx="23622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3735177337526685e+280" dist="5.722990557302787e+279" dir="Infinity">
              <a:srgbClr val="00275B">
                <a:alpha val="Infinity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39800" y="4382135"/>
            <a:ext cx="21336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Basket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39800" y="4696460"/>
            <a:ext cx="2133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Cesta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251200" y="4305300"/>
            <a:ext cx="23622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.744367521865889e+284" dist="7.26819800777454e+283" dir="Infinity">
              <a:srgbClr val="00275B">
                <a:alpha val="Infinity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3403600" y="4382135"/>
            <a:ext cx="21336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Half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3403600" y="4696460"/>
            <a:ext cx="2133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Metade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096000" y="1473200"/>
            <a:ext cx="5524500" cy="3810000"/>
          </a:xfrm>
          <a:prstGeom prst="roundRect">
            <a:avLst>
              <a:gd name="adj" fmla="val 38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2153467527696788e+288" dist="9.230611469873665e+287" dir="Infinity">
              <a:srgbClr val="00275B">
                <a:alpha val="Infinity"/>
              </a:srgbClr>
            </a:outerShdw>
          </a:effectLst>
        </p:spPr>
      </p:sp>
      <p:pic>
        <p:nvPicPr>
          <p:cNvPr id="35" name="Image 4" descr="/home/user/cooking-class/art/deck/assets/tex-268x49-77ABD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80000">
            <a:off x="6311900" y="1282700"/>
            <a:ext cx="1704764" cy="30886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 rot="21480000">
            <a:off x="6248400" y="1282700"/>
            <a:ext cx="1831764" cy="30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-57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ADJECTIVES</a:t>
            </a:r>
            <a:endParaRPr lang="en-US" sz="1900" dirty="0"/>
          </a:p>
        </p:txBody>
      </p:sp>
      <p:sp>
        <p:nvSpPr>
          <p:cNvPr id="37" name="Shape 30"/>
          <p:cNvSpPr/>
          <p:nvPr/>
        </p:nvSpPr>
        <p:spPr>
          <a:xfrm>
            <a:off x="6311900" y="1905000"/>
            <a:ext cx="24257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.8134903760174922e+292" dist="1.1722876566739555e+292" dir="Infinity">
              <a:srgbClr val="00275B">
                <a:alpha val="Infinity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6464300" y="1981835"/>
            <a:ext cx="21971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6464300" y="2296160"/>
            <a:ext cx="21971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Pequeno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8839200" y="1905000"/>
            <a:ext cx="24257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.573132777542215e+296" dist="1.4888053239759236e+296" dir="Infinity">
              <a:srgbClr val="00275B">
                <a:alpha val="Infinity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8991600" y="1981835"/>
            <a:ext cx="21971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8991600" y="2296160"/>
            <a:ext cx="21971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Fino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6311900" y="2705100"/>
            <a:ext cx="24257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4.537878627478613e+300" dist="1.890782761449423e+300" dir="Infinity">
              <a:srgbClr val="00275B">
                <a:alpha val="Infinity"/>
              </a:srgbClr>
            </a:outerShdw>
          </a:effectLst>
        </p:spPr>
      </p:sp>
      <p:sp>
        <p:nvSpPr>
          <p:cNvPr id="44" name="Text 37"/>
          <p:cNvSpPr/>
          <p:nvPr/>
        </p:nvSpPr>
        <p:spPr>
          <a:xfrm>
            <a:off x="6464300" y="2781935"/>
            <a:ext cx="21971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Warm</a:t>
            </a:r>
            <a:endParaRPr lang="en-US" sz="1600" dirty="0"/>
          </a:p>
        </p:txBody>
      </p:sp>
      <p:sp>
        <p:nvSpPr>
          <p:cNvPr id="45" name="Text 38"/>
          <p:cNvSpPr/>
          <p:nvPr/>
        </p:nvSpPr>
        <p:spPr>
          <a:xfrm>
            <a:off x="6464300" y="3096260"/>
            <a:ext cx="21971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Morno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8839200" y="2705100"/>
            <a:ext cx="24257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.763105856897839e+304" dist="2.4012941070407674e+304" dir="Infinity">
              <a:srgbClr val="00275B">
                <a:alpha val="Infinity"/>
              </a:srgbClr>
            </a:outerShdw>
          </a:effectLst>
        </p:spPr>
      </p:sp>
      <p:sp>
        <p:nvSpPr>
          <p:cNvPr id="47" name="Text 40"/>
          <p:cNvSpPr/>
          <p:nvPr/>
        </p:nvSpPr>
        <p:spPr>
          <a:xfrm>
            <a:off x="8991600" y="2781935"/>
            <a:ext cx="21971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Hot</a:t>
            </a:r>
            <a:endParaRPr lang="en-US" sz="1600" dirty="0"/>
          </a:p>
        </p:txBody>
      </p:sp>
      <p:sp>
        <p:nvSpPr>
          <p:cNvPr id="48" name="Text 41"/>
          <p:cNvSpPr/>
          <p:nvPr/>
        </p:nvSpPr>
        <p:spPr>
          <a:xfrm>
            <a:off x="8991600" y="3096260"/>
            <a:ext cx="21971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Quente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6311900" y="3505200"/>
            <a:ext cx="24257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50" name="Text 43"/>
          <p:cNvSpPr/>
          <p:nvPr/>
        </p:nvSpPr>
        <p:spPr>
          <a:xfrm>
            <a:off x="6464300" y="3582035"/>
            <a:ext cx="21971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Cold</a:t>
            </a:r>
            <a:endParaRPr lang="en-US" sz="1600" dirty="0"/>
          </a:p>
        </p:txBody>
      </p:sp>
      <p:sp>
        <p:nvSpPr>
          <p:cNvPr id="51" name="Text 44"/>
          <p:cNvSpPr/>
          <p:nvPr/>
        </p:nvSpPr>
        <p:spPr>
          <a:xfrm>
            <a:off x="6464300" y="3896360"/>
            <a:ext cx="21971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Frio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8839200" y="3505200"/>
            <a:ext cx="24257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53" name="Text 46"/>
          <p:cNvSpPr/>
          <p:nvPr/>
        </p:nvSpPr>
        <p:spPr>
          <a:xfrm>
            <a:off x="8991600" y="3582035"/>
            <a:ext cx="21971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Golden</a:t>
            </a:r>
            <a:endParaRPr lang="en-US" sz="1600" dirty="0"/>
          </a:p>
        </p:txBody>
      </p:sp>
      <p:sp>
        <p:nvSpPr>
          <p:cNvPr id="54" name="Text 47"/>
          <p:cNvSpPr/>
          <p:nvPr/>
        </p:nvSpPr>
        <p:spPr>
          <a:xfrm>
            <a:off x="8991600" y="3896360"/>
            <a:ext cx="21971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Dourado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6311900" y="4305300"/>
            <a:ext cx="24257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56" name="Text 49"/>
          <p:cNvSpPr/>
          <p:nvPr/>
        </p:nvSpPr>
        <p:spPr>
          <a:xfrm>
            <a:off x="6464300" y="4382135"/>
            <a:ext cx="21971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Crispy</a:t>
            </a:r>
            <a:endParaRPr lang="en-US" sz="1600" dirty="0"/>
          </a:p>
        </p:txBody>
      </p:sp>
      <p:sp>
        <p:nvSpPr>
          <p:cNvPr id="57" name="Text 50"/>
          <p:cNvSpPr/>
          <p:nvPr/>
        </p:nvSpPr>
        <p:spPr>
          <a:xfrm>
            <a:off x="6464300" y="4696460"/>
            <a:ext cx="21971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Crocante</a:t>
            </a:r>
            <a:endParaRPr lang="en-US" sz="1050" dirty="0"/>
          </a:p>
        </p:txBody>
      </p:sp>
      <p:sp>
        <p:nvSpPr>
          <p:cNvPr id="58" name="Shape 51"/>
          <p:cNvSpPr/>
          <p:nvPr/>
        </p:nvSpPr>
        <p:spPr>
          <a:xfrm>
            <a:off x="8839200" y="4305300"/>
            <a:ext cx="2425700" cy="698500"/>
          </a:xfrm>
          <a:prstGeom prst="roundRect">
            <a:avLst>
              <a:gd name="adj" fmla="val 20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59" name="Text 52"/>
          <p:cNvSpPr/>
          <p:nvPr/>
        </p:nvSpPr>
        <p:spPr>
          <a:xfrm>
            <a:off x="8991600" y="4382135"/>
            <a:ext cx="21971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Sweet</a:t>
            </a:r>
            <a:endParaRPr lang="en-US" sz="1600" dirty="0"/>
          </a:p>
        </p:txBody>
      </p:sp>
      <p:sp>
        <p:nvSpPr>
          <p:cNvPr id="60" name="Text 53"/>
          <p:cNvSpPr/>
          <p:nvPr/>
        </p:nvSpPr>
        <p:spPr>
          <a:xfrm>
            <a:off x="8991600" y="4696460"/>
            <a:ext cx="21971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7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deck/assets/gh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0" y="5181600"/>
            <a:ext cx="2794000" cy="1676400"/>
          </a:xfrm>
          <a:prstGeom prst="rect">
            <a:avLst/>
          </a:prstGeom>
        </p:spPr>
      </p:pic>
      <p:pic>
        <p:nvPicPr>
          <p:cNvPr id="3" name="Image 1" descr="/home/user/cooking-class/art/deck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222250"/>
            <a:ext cx="698500" cy="698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6445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BF0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by @ezclass_</a:t>
            </a:r>
            <a:endParaRPr lang="en-US" sz="1000" dirty="0"/>
          </a:p>
        </p:txBody>
      </p:sp>
      <p:sp>
        <p:nvSpPr>
          <p:cNvPr id="5" name="Shape 1"/>
          <p:cNvSpPr/>
          <p:nvPr/>
        </p:nvSpPr>
        <p:spPr>
          <a:xfrm rot="21360000">
            <a:off x="762000" y="1860550"/>
            <a:ext cx="3556000" cy="2882900"/>
          </a:xfrm>
          <a:prstGeom prst="rect">
            <a:avLst>
              <a:gd name="adj" fmla="val 3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pic>
        <p:nvPicPr>
          <p:cNvPr id="6" name="Image 2" descr="/home/user/cooking-class/art/deck/assets/pw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0000">
            <a:off x="867884" y="1975144"/>
            <a:ext cx="3327400" cy="2413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 rot="19500000">
            <a:off x="857250" y="1765300"/>
            <a:ext cx="952500" cy="279400"/>
          </a:xfrm>
          <a:prstGeom prst="rect">
            <a:avLst>
              <a:gd name="adj" fmla="val 39273"/>
            </a:avLst>
          </a:prstGeom>
          <a:solidFill>
            <a:srgbClr val="F2D541">
              <a:alpha val="85000"/>
            </a:srgbClr>
          </a:solidFill>
          <a:ln w="12700">
            <a:solidFill>
              <a:srgbClr val="F2D541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 rot="240000">
            <a:off x="8064500" y="2273300"/>
            <a:ext cx="3302000" cy="2565400"/>
          </a:xfrm>
          <a:prstGeom prst="rect">
            <a:avLst>
              <a:gd name="adj" fmla="val 42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pic>
        <p:nvPicPr>
          <p:cNvPr id="9" name="Image 3" descr="/home/user/cooking-class/art/deck/assets/po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8187216" y="2387894"/>
            <a:ext cx="3073400" cy="20955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 rot="1920000">
            <a:off x="10795000" y="2273300"/>
            <a:ext cx="762000" cy="279400"/>
          </a:xfrm>
          <a:prstGeom prst="rect">
            <a:avLst>
              <a:gd name="adj" fmla="val 39273"/>
            </a:avLst>
          </a:prstGeom>
          <a:solidFill>
            <a:srgbClr val="77ABD9">
              <a:alpha val="85000"/>
            </a:srgbClr>
          </a:solidFill>
          <a:ln w="12700">
            <a:solidFill>
              <a:srgbClr val="77ABD9"/>
            </a:solidFill>
            <a:prstDash val="solid"/>
          </a:ln>
        </p:spPr>
      </p:sp>
      <p:pic>
        <p:nvPicPr>
          <p:cNvPr id="11" name="Image 4" descr="/home/user/cooking-class/art/deck/assets/tex-641x151-F27D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20000">
            <a:off x="4009212" y="2095500"/>
            <a:ext cx="4071977" cy="95910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 rot="21420000">
            <a:off x="3945712" y="2095500"/>
            <a:ext cx="4198977" cy="959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spc="-177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Let’s Start</a:t>
            </a:r>
            <a:endParaRPr lang="en-US" sz="5900" dirty="0"/>
          </a:p>
        </p:txBody>
      </p:sp>
      <p:pic>
        <p:nvPicPr>
          <p:cNvPr id="13" name="Image 5" descr="/home/user/cooking-class/art/deck/assets/tex-732x151-F2D54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20000">
            <a:off x="3847356" y="3175000"/>
            <a:ext cx="4649687" cy="95910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 rot="21420000">
            <a:off x="3783856" y="3175000"/>
            <a:ext cx="4776687" cy="959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spc="-177" kern="0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RECIPE!</a:t>
            </a:r>
            <a:endParaRPr lang="en-US" sz="5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deck/assets/gh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0" y="5181600"/>
            <a:ext cx="2794000" cy="1676400"/>
          </a:xfrm>
          <a:prstGeom prst="rect">
            <a:avLst/>
          </a:prstGeom>
        </p:spPr>
      </p:pic>
      <p:pic>
        <p:nvPicPr>
          <p:cNvPr id="3" name="Image 1" descr="/home/user/cooking-class/art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0" y="241300"/>
            <a:ext cx="749300" cy="850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6445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by @ezclass_</a:t>
            </a:r>
            <a:endParaRPr lang="en-US" sz="1000" dirty="0"/>
          </a:p>
        </p:txBody>
      </p:sp>
      <p:pic>
        <p:nvPicPr>
          <p:cNvPr id="5" name="Image 2" descr="/home/user/cooking-class/art/deck/assets/tex-657x123-F27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71500" y="355600"/>
            <a:ext cx="4168849" cy="7802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 rot="21480000">
            <a:off x="508000" y="355600"/>
            <a:ext cx="4295849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Recipe steps</a:t>
            </a:r>
            <a:endParaRPr lang="en-US" sz="4800" dirty="0"/>
          </a:p>
        </p:txBody>
      </p:sp>
      <p:sp>
        <p:nvSpPr>
          <p:cNvPr id="7" name="Text 2"/>
          <p:cNvSpPr/>
          <p:nvPr/>
        </p:nvSpPr>
        <p:spPr>
          <a:xfrm>
            <a:off x="571500" y="1314450"/>
            <a:ext cx="609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make the filling: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571500" y="1816100"/>
            <a:ext cx="7429500" cy="4711700"/>
          </a:xfrm>
          <a:prstGeom prst="roundRect">
            <a:avLst>
              <a:gd name="adj" fmla="val 3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825500" y="20066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25500" y="20066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270000" y="20066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Cut one apple into small cubes. Use the knife and the cutting board.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5500" y="26670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5500" y="26670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70000" y="26670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 the apple in a small bowl.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25500" y="31496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25500" y="31496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70000" y="31496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3 tablespoons of sugar to the bowl.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25500" y="36322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5500" y="36322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70000" y="36322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½ tablespoon of cinnamon to the bowl.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25500" y="41148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5500" y="4114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270000" y="41148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 ½ cup of water in the other small bowl. Heat it in the microwave for 30 seconds.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25500" y="47752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5500" y="47752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270000" y="47752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2 tablespoons of the warm water to the apple bowl.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825500" y="52578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5500" y="5257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270000" y="52578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 out the rest of the water.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825500" y="57404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25500" y="5740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1270000" y="57404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Mix everything. Heat the bowl in the microwave for 3 minutes.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7937500" y="6045200"/>
            <a:ext cx="3810000" cy="482600"/>
          </a:xfrm>
          <a:prstGeom prst="roundRect">
            <a:avLst>
              <a:gd name="adj" fmla="val 37895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7937500" y="6045200"/>
            <a:ext cx="381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thicken the filling  →</a:t>
            </a:r>
            <a:endParaRPr lang="en-US" sz="1500" dirty="0"/>
          </a:p>
        </p:txBody>
      </p:sp>
      <p:pic>
        <p:nvPicPr>
          <p:cNvPr id="35" name="Image 3" descr="/home/user/cooking-class/art/deck/assets/pc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0" y="1905000"/>
            <a:ext cx="27940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deck/assets/gh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0" y="5181600"/>
            <a:ext cx="2794000" cy="1676400"/>
          </a:xfrm>
          <a:prstGeom prst="rect">
            <a:avLst/>
          </a:prstGeom>
        </p:spPr>
      </p:pic>
      <p:pic>
        <p:nvPicPr>
          <p:cNvPr id="3" name="Image 1" descr="/home/user/cooking-class/art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0" y="241300"/>
            <a:ext cx="749300" cy="850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6445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by @ezclass_</a:t>
            </a:r>
            <a:endParaRPr lang="en-US" sz="1000" dirty="0"/>
          </a:p>
        </p:txBody>
      </p:sp>
      <p:pic>
        <p:nvPicPr>
          <p:cNvPr id="5" name="Image 2" descr="/home/user/cooking-class/art/deck/assets/tex-657x123-F27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71500" y="355600"/>
            <a:ext cx="4168849" cy="7802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 rot="21480000">
            <a:off x="508000" y="355600"/>
            <a:ext cx="4295849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Recipe steps</a:t>
            </a:r>
            <a:endParaRPr lang="en-US" sz="4800" dirty="0"/>
          </a:p>
        </p:txBody>
      </p:sp>
      <p:sp>
        <p:nvSpPr>
          <p:cNvPr id="7" name="Text 2"/>
          <p:cNvSpPr/>
          <p:nvPr/>
        </p:nvSpPr>
        <p:spPr>
          <a:xfrm>
            <a:off x="571500" y="1314450"/>
            <a:ext cx="609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thicken the filling: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571500" y="1816100"/>
            <a:ext cx="7429500" cy="3746500"/>
          </a:xfrm>
          <a:prstGeom prst="roundRect">
            <a:avLst>
              <a:gd name="adj" fmla="val 3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825500" y="20066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25500" y="20066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270000" y="20066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Cut the lime in half. Squeeze one half into the other small bowl with the lemon squeezer.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5500" y="26670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5500" y="26670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70000" y="26670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1 tablespoon of cornstarch to the lime juice. Mix well to make a paste.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25500" y="33274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25500" y="3327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70000" y="33274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 the paste into the apple bowl. Mix well.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25500" y="38100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5500" y="38100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70000" y="38100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Heat the apple bowl in the microwave for 1 more minute.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25500" y="42926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5500" y="42926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270000" y="42926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 the bowl out of the microwave. Use the oven mitt, it is hot!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25500" y="49530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5500" y="49530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270000" y="49530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 the filling cool.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7937500" y="6045200"/>
            <a:ext cx="3810000" cy="482600"/>
          </a:xfrm>
          <a:prstGeom prst="roundRect">
            <a:avLst>
              <a:gd name="adj" fmla="val 37895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7937500" y="6045200"/>
            <a:ext cx="381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make the pies  →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 rot="180000">
            <a:off x="8255000" y="2019300"/>
            <a:ext cx="3302000" cy="2565400"/>
          </a:xfrm>
          <a:prstGeom prst="rect">
            <a:avLst>
              <a:gd name="adj" fmla="val 42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pic>
        <p:nvPicPr>
          <p:cNvPr id="30" name="Image 3" descr="/home/user/cooking-class/art/deck/assets/po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8375614" y="2133765"/>
            <a:ext cx="3073400" cy="20955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 rot="21360000">
            <a:off x="9525000" y="2146300"/>
            <a:ext cx="762000" cy="279400"/>
          </a:xfrm>
          <a:prstGeom prst="rect">
            <a:avLst>
              <a:gd name="adj" fmla="val 39273"/>
            </a:avLst>
          </a:prstGeom>
          <a:solidFill>
            <a:srgbClr val="F2D541">
              <a:alpha val="85000"/>
            </a:srgbClr>
          </a:solidFill>
          <a:ln w="12700">
            <a:solidFill>
              <a:srgbClr val="F2D54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deck/assets/gh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0" y="5181600"/>
            <a:ext cx="2794000" cy="1676400"/>
          </a:xfrm>
          <a:prstGeom prst="rect">
            <a:avLst/>
          </a:prstGeom>
        </p:spPr>
      </p:pic>
      <p:pic>
        <p:nvPicPr>
          <p:cNvPr id="3" name="Image 1" descr="/home/user/cooking-class/art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0" y="241300"/>
            <a:ext cx="749300" cy="850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6445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by @ezclass_</a:t>
            </a:r>
            <a:endParaRPr lang="en-US" sz="1000" dirty="0"/>
          </a:p>
        </p:txBody>
      </p:sp>
      <p:pic>
        <p:nvPicPr>
          <p:cNvPr id="5" name="Image 2" descr="/home/user/cooking-class/art/deck/assets/tex-657x123-F27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71500" y="355600"/>
            <a:ext cx="4168849" cy="7802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 rot="21480000">
            <a:off x="508000" y="355600"/>
            <a:ext cx="4295849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Recipe steps</a:t>
            </a:r>
            <a:endParaRPr lang="en-US" sz="4800" dirty="0"/>
          </a:p>
        </p:txBody>
      </p:sp>
      <p:sp>
        <p:nvSpPr>
          <p:cNvPr id="7" name="Text 2"/>
          <p:cNvSpPr/>
          <p:nvPr/>
        </p:nvSpPr>
        <p:spPr>
          <a:xfrm>
            <a:off x="571500" y="1314450"/>
            <a:ext cx="609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make the pies: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571500" y="1816100"/>
            <a:ext cx="7429500" cy="4051300"/>
          </a:xfrm>
          <a:prstGeom prst="roundRect">
            <a:avLst>
              <a:gd name="adj" fmla="val 36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825500" y="20066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25500" y="20066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270000" y="20066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Unroll the thin dough.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5500" y="24892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5500" y="24892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70000" y="24892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Cut the dough into rectangles.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25500" y="29718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25500" y="2971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70000" y="29718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 1 tablespoon of the filling on one half of each rectangle.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25500" y="36322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5500" y="36322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70000" y="36322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Fold the dough and press the edges with the fork.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25500" y="41148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5500" y="4114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270000" y="41148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Crack an egg into the other small bowl. Beat it with the fork.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25500" y="47752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5500" y="47752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270000" y="47752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Brush the top of each pie with the egg.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825500" y="52578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5500" y="52578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270000" y="52578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3 small cuts on top of each pie.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7937500" y="6045200"/>
            <a:ext cx="3810000" cy="482600"/>
          </a:xfrm>
          <a:prstGeom prst="roundRect">
            <a:avLst>
              <a:gd name="adj" fmla="val 37895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7937500" y="6045200"/>
            <a:ext cx="381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bake the pies  →</a:t>
            </a:r>
            <a:endParaRPr lang="en-US" sz="1500" dirty="0"/>
          </a:p>
        </p:txBody>
      </p:sp>
      <p:pic>
        <p:nvPicPr>
          <p:cNvPr id="32" name="Image 3" descr="/home/user/cooking-class/art/deck/assets/pc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0" y="1905000"/>
            <a:ext cx="27940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oking-class/art/deck/assets/gh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0" y="5181600"/>
            <a:ext cx="2794000" cy="1676400"/>
          </a:xfrm>
          <a:prstGeom prst="rect">
            <a:avLst/>
          </a:prstGeom>
        </p:spPr>
      </p:pic>
      <p:pic>
        <p:nvPicPr>
          <p:cNvPr id="3" name="Image 1" descr="/home/user/cooking-class/art/deck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50" y="241300"/>
            <a:ext cx="749300" cy="850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500" y="6445250"/>
            <a:ext cx="203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E6A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by @ezclass_</a:t>
            </a:r>
            <a:endParaRPr lang="en-US" sz="1000" dirty="0"/>
          </a:p>
        </p:txBody>
      </p:sp>
      <p:pic>
        <p:nvPicPr>
          <p:cNvPr id="5" name="Image 2" descr="/home/user/cooking-class/art/deck/assets/tex-657x123-F27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71500" y="355600"/>
            <a:ext cx="4168849" cy="7802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 rot="21480000">
            <a:off x="508000" y="355600"/>
            <a:ext cx="4295849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-144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Recipe steps</a:t>
            </a:r>
            <a:endParaRPr lang="en-US" sz="4800" dirty="0"/>
          </a:p>
        </p:txBody>
      </p:sp>
      <p:sp>
        <p:nvSpPr>
          <p:cNvPr id="7" name="Text 2"/>
          <p:cNvSpPr/>
          <p:nvPr/>
        </p:nvSpPr>
        <p:spPr>
          <a:xfrm>
            <a:off x="571500" y="1314450"/>
            <a:ext cx="609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0027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bake the pies: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571500" y="1816100"/>
            <a:ext cx="7429500" cy="3568700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825500" y="20066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25500" y="20066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270000" y="20066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Pre-heat the air fryer at 200°C for 5 minutes.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5500" y="24892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5500" y="24892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70000" y="24892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 the pies in the air fryer basket. Leave some space between them.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25500" y="31496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25500" y="31496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70000" y="31496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Bake for 5 minutes.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25500" y="36322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5500" y="36322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270000" y="36322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Flip the pies with the fork. Bake for 5 more minutes, until golden and crispy.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25500" y="42926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5500" y="42926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270000" y="42926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 the pies out. Put them on the plate.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25500" y="4775200"/>
            <a:ext cx="330200" cy="330200"/>
          </a:xfrm>
          <a:prstGeom prst="roundRect">
            <a:avLst>
              <a:gd name="adj" fmla="val 33231"/>
            </a:avLst>
          </a:prstGeom>
          <a:solidFill>
            <a:srgbClr val="F27D16"/>
          </a:solidFill>
          <a:ln w="12700">
            <a:solidFill>
              <a:srgbClr val="F27D1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5500" y="47752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270000" y="477520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27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Enjoy your apple pie!</a:t>
            </a:r>
            <a:endParaRPr lang="en-US" sz="1500" dirty="0"/>
          </a:p>
        </p:txBody>
      </p:sp>
      <p:pic>
        <p:nvPicPr>
          <p:cNvPr id="27" name="Image 3" descr="/home/user/cooking-class/art/deck/assets/p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0" y="1143000"/>
            <a:ext cx="2794000" cy="27940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 rot="240000">
            <a:off x="8382000" y="4159250"/>
            <a:ext cx="2921000" cy="2222500"/>
          </a:xfrm>
          <a:prstGeom prst="rect">
            <a:avLst>
              <a:gd name="adj" fmla="val 49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275B">
                <a:alpha val="Infinity"/>
              </a:srgbClr>
            </a:outerShdw>
          </a:effectLst>
        </p:spPr>
      </p:sp>
      <p:pic>
        <p:nvPicPr>
          <p:cNvPr id="29" name="Image 4" descr="/home/user/cooking-class/art/deck/assets/po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0000">
            <a:off x="8503830" y="4273813"/>
            <a:ext cx="2692400" cy="17780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 rot="21120000">
            <a:off x="9302750" y="4305300"/>
            <a:ext cx="698500" cy="279400"/>
          </a:xfrm>
          <a:prstGeom prst="rect">
            <a:avLst>
              <a:gd name="adj" fmla="val 39273"/>
            </a:avLst>
          </a:prstGeom>
          <a:solidFill>
            <a:srgbClr val="F2D541">
              <a:alpha val="85000"/>
            </a:srgbClr>
          </a:solidFill>
          <a:ln w="12700">
            <a:solidFill>
              <a:srgbClr val="F2D54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Cooking Class — McDonald's Apple Pie</dc:title>
  <dc:subject>PptxGenJS Presentation</dc:subject>
  <dc:creator>EZ Class</dc:creator>
  <cp:lastModifiedBy>EZ Class</cp:lastModifiedBy>
  <cp:revision>1</cp:revision>
  <dcterms:created xsi:type="dcterms:W3CDTF">2026-10-15T17:30:57Z</dcterms:created>
  <dcterms:modified xsi:type="dcterms:W3CDTF">2026-10-15T17:30:57Z</dcterms:modified>
</cp:coreProperties>
</file>