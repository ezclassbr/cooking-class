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aula. Apresente o tema: celebração do Children’s Day e da nossa infância, preparando a receita McDonald’s Apple Pie na air fryer.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iniciar a cooking class, confira os ingredientes com seus alunos. Peça que repitam os nomes em voz alta, praticando a pronúncia. Relacione cada número da imagem com o nome na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de apresentar os utensílios de cozinha que serão utilizados. Peça que os alunos repitam os nomes em voz alta, praticando a pronúncia, e relacione cada número da imagem com o nome na lista à esquerda. Atenção: a "tablespoon" é a colher de sopa, usada para medir os ingredientes.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verbos (actions) que serão usados ao longo da receita. Peça que os alunos repitam as palavras em voz alta e incentive-os a mostrar o gesto de cada ação (por exemplo, "cut", "mix", "fold").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os substantivos (nouns) e adjetivos (adjectives) da receita. Peça que os alunos repitam em voz alta e criem frases curtas, por exemplo: "The filling is hot." "The dough is thin."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começar a receita! Convide os alunos a deixar ingredientes e utensílios à mesa antes de iniciar. As quantidades da lista incluem uma sobra, caso algum ingrediente caia ou seja derramado.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temos o passo a passo da receita, começando pelo recheio. Convide um aluno por vez para ler cada passo em voz alta e mostre cada ação. A água morna usada no passo 6 é só uma parte da água aquecida no passo 5: use apenas 2 tablespoons e descarte o resto (passo 7), para a segunda tigela ficar vazia para o limão. Nesta aula usamos duas tigelas pequenas: a das maçãs (apple bowl) e a outra (other small bowl).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 passo a passo. A pasta de suco de limão e amido de milho é o que engrossa o recheio. Reforce a segurança: a tigela sai quente do micro-ondas, então use sempre a luva térmica.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vamos montar as tortinhas. Peça que os alunos mostrem como dobram a massa e pressionam as bordas com o garfo. Lembre que o ovo batido serve para pincelar o topo das tortinhas.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última etapa da receita. Lembre os alunos de deixar espaço entre as tortinhas na cesta da air fryer e de usar a luva térmica. Ao final, aproveitem a apple pie!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8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9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408000">
            <a:off x="508000" y="838200"/>
            <a:ext cx="5588000" cy="4292600"/>
          </a:xfrm>
          <a:prstGeom prst="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63500" dir="5400000">
              <a:srgbClr val="00275B">
                <a:alpha val="20000"/>
              </a:srgbClr>
            </a:outerShdw>
          </a:effectLst>
        </p:spPr>
      </p:sp>
      <p:pic>
        <p:nvPicPr>
          <p:cNvPr id="6" name="Image 2" descr="/home/user/cooking-class/art/deck/assets/p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08000">
            <a:off x="640256" y="978108"/>
            <a:ext cx="5308600" cy="37465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730250" y="8128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3111500" y="3924300"/>
            <a:ext cx="3429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935480000" dist="806450000" dir="324000000000">
              <a:srgbClr val="00275B">
                <a:alpha val="2000000000"/>
              </a:srgbClr>
            </a:outerShdw>
          </a:effectLst>
        </p:spPr>
      </p:sp>
      <p:pic>
        <p:nvPicPr>
          <p:cNvPr id="9" name="Image 3" descr="/home/user/cooking-class/art/deck/assets/po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234216" y="4038894"/>
            <a:ext cx="3200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680000">
            <a:off x="6032500" y="39878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782x192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6731000" y="952500"/>
            <a:ext cx="4963798" cy="12192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390000">
            <a:off x="6667500" y="952500"/>
            <a:ext cx="5090798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7500" dirty="0"/>
          </a:p>
        </p:txBody>
      </p:sp>
      <p:pic>
        <p:nvPicPr>
          <p:cNvPr id="13" name="Image 5" descr="/home/user/cooking-class/art/deck/assets/tex-544x192-F27D1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90000">
            <a:off x="7556500" y="2095500"/>
            <a:ext cx="3455037" cy="121920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390000">
            <a:off x="7493000" y="2095500"/>
            <a:ext cx="3582037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7500" dirty="0"/>
          </a:p>
        </p:txBody>
      </p:sp>
      <p:pic>
        <p:nvPicPr>
          <p:cNvPr id="15" name="Image 6" descr="/home/user/cooking-class/art/deck/assets/tex-787x100-0027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">
            <a:off x="6731000" y="3619500"/>
            <a:ext cx="4998034" cy="6350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 rot="72000">
            <a:off x="6731000" y="3619500"/>
            <a:ext cx="499803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spc="-10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3300" b="1" spc="-10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3300" dirty="0"/>
          </a:p>
        </p:txBody>
      </p:sp>
      <p:sp>
        <p:nvSpPr>
          <p:cNvPr id="17" name="Shape 8"/>
          <p:cNvSpPr/>
          <p:nvPr/>
        </p:nvSpPr>
        <p:spPr>
          <a:xfrm rot="21480000">
            <a:off x="6731000" y="4540250"/>
            <a:ext cx="3429000" cy="952500"/>
          </a:xfrm>
          <a:prstGeom prst="rect">
            <a:avLst>
              <a:gd name="adj" fmla="val 11520"/>
            </a:avLst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24580596000000" dist="10241915000000" dir="19440000000000000">
              <a:srgbClr val="00275B">
                <a:alpha val="200000000000000"/>
              </a:srgbClr>
            </a:outerShdw>
          </a:effectLst>
        </p:spPr>
      </p:sp>
      <p:sp>
        <p:nvSpPr>
          <p:cNvPr id="18" name="Text 9"/>
          <p:cNvSpPr/>
          <p:nvPr/>
        </p:nvSpPr>
        <p:spPr>
          <a:xfrm rot="21480000">
            <a:off x="6858000" y="4635500"/>
            <a:ext cx="317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7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 Childhood Edition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10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3872584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3999584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12173569200000000" dist="130072320500000000" dir="1.1664e+21">
              <a:srgbClr val="00275B">
                <a:alpha val="20000000000000000000"/>
              </a:srgbClr>
            </a:outerShdw>
          </a:effectLst>
        </p:spPr>
      </p:sp>
      <p:pic>
        <p:nvPicPr>
          <p:cNvPr id="8" name="Image 3" descr="/home/user/cooking-class/art/deck/assets/pic-doug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50" y="1847850"/>
            <a:ext cx="1143000" cy="11430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4000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4000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23368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6460432884e+21" dist="1.65191847035e+21" dir="6.9984e+25">
              <a:srgbClr val="00275B">
                <a:alpha val="2e+24"/>
              </a:srgbClr>
            </a:outerShdw>
          </a:effectLst>
        </p:spPr>
      </p:sp>
      <p:pic>
        <p:nvPicPr>
          <p:cNvPr id="12" name="Image 4" descr="/home/user/cooking-class/art/deck/assets/pic-ap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50" y="1847850"/>
            <a:ext cx="1143000" cy="114300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21653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21653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41021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350474976268e+25" dist="2.0979364573445003e+25" dir="4.19904e+30">
              <a:srgbClr val="00275B">
                <a:alpha val="2e+29"/>
              </a:srgbClr>
            </a:outerShdw>
          </a:effectLst>
        </p:spPr>
      </p:sp>
      <p:pic>
        <p:nvPicPr>
          <p:cNvPr id="16" name="Image 5" descr="/home/user/cooking-class/art/deck/assets/pic-sug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847850"/>
            <a:ext cx="1143000" cy="11430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9306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39306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1"/>
          <p:cNvSpPr/>
          <p:nvPr/>
        </p:nvSpPr>
        <p:spPr>
          <a:xfrm>
            <a:off x="58674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394510321986036e+29" dist="2.6643793008275154e+29" dir="2.519424e+35">
              <a:srgbClr val="00275B">
                <a:alpha val="2e+34"/>
              </a:srgbClr>
            </a:outerShdw>
          </a:effectLst>
        </p:spPr>
      </p:sp>
      <p:pic>
        <p:nvPicPr>
          <p:cNvPr id="20" name="Image 6" descr="/home/user/cooking-class/art/deck/assets/pic-cornst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650" y="1847850"/>
            <a:ext cx="1143000" cy="11430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6959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3"/>
          <p:cNvSpPr/>
          <p:nvPr/>
        </p:nvSpPr>
        <p:spPr>
          <a:xfrm>
            <a:off x="56959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715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21028108922265e+33" dist="3.3837617120509443e+33" dir="1.5116544e+40">
              <a:srgbClr val="00275B">
                <a:alpha val="2e+39"/>
              </a:srgbClr>
            </a:outerShdw>
          </a:effectLst>
        </p:spPr>
      </p:sp>
      <p:pic>
        <p:nvPicPr>
          <p:cNvPr id="24" name="Image 7" descr="/home/user/cooking-class/art/deck/assets/pic-li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3613150"/>
            <a:ext cx="1143000" cy="11430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000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4000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23368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313705698331276e+38" dist="4.297377374304699e+37" dir="9.069926400000001e+44">
              <a:srgbClr val="00275B">
                <a:alpha val="1.9999999999999998e+44"/>
              </a:srgbClr>
            </a:outerShdw>
          </a:effectLst>
        </p:spPr>
      </p:sp>
      <p:pic>
        <p:nvPicPr>
          <p:cNvPr id="28" name="Image 8" descr="/home/user/cooking-class/art/deck/assets/pic-e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9050" y="3613150"/>
            <a:ext cx="1143000" cy="114300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21653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21653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41021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098406236880721e+42" dist="5.457669265366968e+41" dir="5.44195584e+49">
              <a:srgbClr val="00275B">
                <a:alpha val="2e+49"/>
              </a:srgbClr>
            </a:outerShdw>
          </a:effectLst>
        </p:spPr>
      </p:sp>
      <p:pic>
        <p:nvPicPr>
          <p:cNvPr id="32" name="Image 9" descr="/home/user/cooking-class/art/deck/assets/pic-cinnam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4350" y="3613150"/>
            <a:ext cx="1143000" cy="11430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39306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39306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Shape 23"/>
          <p:cNvSpPr/>
          <p:nvPr/>
        </p:nvSpPr>
        <p:spPr>
          <a:xfrm>
            <a:off x="58674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634975920838516e+46" dist="6.93123996701605e+45" dir="3.2651735040000005e+54">
              <a:srgbClr val="00275B">
                <a:alpha val="1.9999999999999998e+54"/>
              </a:srgbClr>
            </a:outerShdw>
          </a:effectLst>
        </p:spPr>
      </p:sp>
      <p:pic>
        <p:nvPicPr>
          <p:cNvPr id="36" name="Image 10" descr="/home/user/cooking-class/art/deck/assets/pic-wa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9650" y="3613150"/>
            <a:ext cx="1143000" cy="114300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56959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8" name="Text 25"/>
          <p:cNvSpPr/>
          <p:nvPr/>
        </p:nvSpPr>
        <p:spPr>
          <a:xfrm>
            <a:off x="56959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Shape 26"/>
          <p:cNvSpPr/>
          <p:nvPr/>
        </p:nvSpPr>
        <p:spPr>
          <a:xfrm rot="21420000">
            <a:off x="3746500" y="4914900"/>
            <a:ext cx="2159000" cy="1663700"/>
          </a:xfrm>
          <a:prstGeom prst="rect">
            <a:avLst>
              <a:gd name="adj" fmla="val 65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126419419464913e+50" dist="8.802674758110384e+49" dir="1.9591041024000004e+59">
              <a:srgbClr val="00275B">
                <a:alpha val="1.9999999999999997e+59"/>
              </a:srgbClr>
            </a:outerShdw>
          </a:effectLst>
        </p:spPr>
      </p:sp>
      <p:pic>
        <p:nvPicPr>
          <p:cNvPr id="40" name="Image 11" descr="/home/user/cooking-class/art/deck/assets/po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420000">
            <a:off x="3843115" y="5016631"/>
            <a:ext cx="1955800" cy="127000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 rot="360000">
            <a:off x="4476750" y="4940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7810500" y="1473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83055266272044e+54" dist="1.1179396942800187e+54" dir="1.1754624614400003e+64">
              <a:srgbClr val="00275B">
                <a:alpha val="1.9999999999999998e+64"/>
              </a:srgbClr>
            </a:outerShdw>
          </a:effectLst>
        </p:spPr>
      </p:sp>
      <p:sp>
        <p:nvSpPr>
          <p:cNvPr id="43" name="Shape 29"/>
          <p:cNvSpPr/>
          <p:nvPr/>
        </p:nvSpPr>
        <p:spPr>
          <a:xfrm>
            <a:off x="7861300" y="1554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4" name="Text 30"/>
          <p:cNvSpPr/>
          <p:nvPr/>
        </p:nvSpPr>
        <p:spPr>
          <a:xfrm>
            <a:off x="7861300" y="1554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40" dirty="0"/>
          </a:p>
        </p:txBody>
      </p:sp>
      <p:sp>
        <p:nvSpPr>
          <p:cNvPr id="45" name="Text 31"/>
          <p:cNvSpPr/>
          <p:nvPr/>
        </p:nvSpPr>
        <p:spPr>
          <a:xfrm>
            <a:off x="8321040" y="1529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 pastel dough</a:t>
            </a:r>
            <a:endParaRPr lang="en-US" sz="1450" dirty="0"/>
          </a:p>
        </p:txBody>
      </p:sp>
      <p:sp>
        <p:nvSpPr>
          <p:cNvPr id="46" name="Text 32"/>
          <p:cNvSpPr/>
          <p:nvPr/>
        </p:nvSpPr>
        <p:spPr>
          <a:xfrm>
            <a:off x="8321040" y="1757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de pastel fina</a:t>
            </a:r>
            <a:endParaRPr lang="en-US" sz="950" dirty="0"/>
          </a:p>
        </p:txBody>
      </p:sp>
      <p:sp>
        <p:nvSpPr>
          <p:cNvPr id="47" name="Shape 33"/>
          <p:cNvSpPr/>
          <p:nvPr/>
        </p:nvSpPr>
        <p:spPr>
          <a:xfrm>
            <a:off x="7810500" y="2057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074801881654956e+58" dist="1.419783411735624e+58" dir="7.052774768640002e+68">
              <a:srgbClr val="00275B">
                <a:alpha val="1.9999999999999998e+69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7861300" y="2138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7861300" y="2138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40" dirty="0"/>
          </a:p>
        </p:txBody>
      </p:sp>
      <p:sp>
        <p:nvSpPr>
          <p:cNvPr id="50" name="Text 36"/>
          <p:cNvSpPr/>
          <p:nvPr/>
        </p:nvSpPr>
        <p:spPr>
          <a:xfrm>
            <a:off x="8321040" y="2113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apple</a:t>
            </a:r>
            <a:endParaRPr lang="en-US" sz="1450" dirty="0"/>
          </a:p>
        </p:txBody>
      </p:sp>
      <p:sp>
        <p:nvSpPr>
          <p:cNvPr id="51" name="Text 37"/>
          <p:cNvSpPr/>
          <p:nvPr/>
        </p:nvSpPr>
        <p:spPr>
          <a:xfrm>
            <a:off x="8321040" y="2341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maçã</a:t>
            </a:r>
            <a:endParaRPr lang="en-US" sz="950" dirty="0"/>
          </a:p>
        </p:txBody>
      </p:sp>
      <p:sp>
        <p:nvSpPr>
          <p:cNvPr id="52" name="Shape 38"/>
          <p:cNvSpPr/>
          <p:nvPr/>
        </p:nvSpPr>
        <p:spPr>
          <a:xfrm>
            <a:off x="7810500" y="2641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2749983897018e+62" dist="1.8031249329042424e+62" dir="4.2316648611840007e+73">
              <a:srgbClr val="00275B">
                <a:alpha val="1.9999999999999997e+74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7861300" y="2722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0"/>
          <p:cNvSpPr/>
          <p:nvPr/>
        </p:nvSpPr>
        <p:spPr>
          <a:xfrm>
            <a:off x="7861300" y="2722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40" dirty="0"/>
          </a:p>
        </p:txBody>
      </p:sp>
      <p:sp>
        <p:nvSpPr>
          <p:cNvPr id="55" name="Text 41"/>
          <p:cNvSpPr/>
          <p:nvPr/>
        </p:nvSpPr>
        <p:spPr>
          <a:xfrm>
            <a:off x="8321040" y="2697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sugar</a:t>
            </a:r>
            <a:endParaRPr lang="en-US" sz="1450" dirty="0"/>
          </a:p>
        </p:txBody>
      </p:sp>
      <p:sp>
        <p:nvSpPr>
          <p:cNvPr id="56" name="Text 42"/>
          <p:cNvSpPr/>
          <p:nvPr/>
        </p:nvSpPr>
        <p:spPr>
          <a:xfrm>
            <a:off x="8321040" y="2926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açúcar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7810500" y="32258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95924795492128e+66" dist="2.289968664788388e+66" dir="2.5389989167104004e+78">
              <a:srgbClr val="00275B">
                <a:alpha val="1.9999999999999996e+79"/>
              </a:srgbClr>
            </a:outerShdw>
          </a:effectLst>
        </p:spPr>
      </p:sp>
      <p:sp>
        <p:nvSpPr>
          <p:cNvPr id="58" name="Shape 44"/>
          <p:cNvSpPr/>
          <p:nvPr/>
        </p:nvSpPr>
        <p:spPr>
          <a:xfrm>
            <a:off x="7861300" y="33070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7861300" y="33070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40" dirty="0"/>
          </a:p>
        </p:txBody>
      </p:sp>
      <p:sp>
        <p:nvSpPr>
          <p:cNvPr id="60" name="Text 46"/>
          <p:cNvSpPr/>
          <p:nvPr/>
        </p:nvSpPr>
        <p:spPr>
          <a:xfrm>
            <a:off x="8321040" y="32816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cornstarch</a:t>
            </a:r>
            <a:endParaRPr lang="en-US" sz="1450" dirty="0"/>
          </a:p>
        </p:txBody>
      </p:sp>
      <p:sp>
        <p:nvSpPr>
          <p:cNvPr id="61" name="Text 47"/>
          <p:cNvSpPr/>
          <p:nvPr/>
        </p:nvSpPr>
        <p:spPr>
          <a:xfrm>
            <a:off x="8321040" y="35102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amido de milho</a:t>
            </a:r>
            <a:endParaRPr lang="en-US" sz="950" dirty="0"/>
          </a:p>
        </p:txBody>
      </p:sp>
      <p:sp>
        <p:nvSpPr>
          <p:cNvPr id="62" name="Shape 48"/>
          <p:cNvSpPr/>
          <p:nvPr/>
        </p:nvSpPr>
        <p:spPr>
          <a:xfrm>
            <a:off x="7810500" y="38100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979824490275003e+70" dist="2.908260204281253e+70" dir="1.5233993500262402e+83">
              <a:srgbClr val="00275B">
                <a:alpha val="1.9999999999999997e+84"/>
              </a:srgbClr>
            </a:outerShdw>
          </a:effectLst>
        </p:spPr>
      </p:sp>
      <p:sp>
        <p:nvSpPr>
          <p:cNvPr id="63" name="Shape 49"/>
          <p:cNvSpPr/>
          <p:nvPr/>
        </p:nvSpPr>
        <p:spPr>
          <a:xfrm>
            <a:off x="7861300" y="38912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4" name="Text 50"/>
          <p:cNvSpPr/>
          <p:nvPr/>
        </p:nvSpPr>
        <p:spPr>
          <a:xfrm>
            <a:off x="7861300" y="38912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40" dirty="0"/>
          </a:p>
        </p:txBody>
      </p:sp>
      <p:sp>
        <p:nvSpPr>
          <p:cNvPr id="65" name="Text 51"/>
          <p:cNvSpPr/>
          <p:nvPr/>
        </p:nvSpPr>
        <p:spPr>
          <a:xfrm>
            <a:off x="8321040" y="38658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lime</a:t>
            </a:r>
            <a:endParaRPr lang="en-US" sz="1450" dirty="0"/>
          </a:p>
        </p:txBody>
      </p:sp>
      <p:sp>
        <p:nvSpPr>
          <p:cNvPr id="66" name="Text 52"/>
          <p:cNvSpPr/>
          <p:nvPr/>
        </p:nvSpPr>
        <p:spPr>
          <a:xfrm>
            <a:off x="8321040" y="40944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limão taiti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810500" y="4394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864377102649254e+74" dist="3.693490459437191e+74" dir="9.14039610015744e+87">
              <a:srgbClr val="00275B">
                <a:alpha val="1.9999999999999997e+89"/>
              </a:srgbClr>
            </a:outerShdw>
          </a:effectLst>
        </p:spPr>
      </p:sp>
      <p:sp>
        <p:nvSpPr>
          <p:cNvPr id="68" name="Shape 54"/>
          <p:cNvSpPr/>
          <p:nvPr/>
        </p:nvSpPr>
        <p:spPr>
          <a:xfrm>
            <a:off x="7861300" y="4475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9" name="Text 55"/>
          <p:cNvSpPr/>
          <p:nvPr/>
        </p:nvSpPr>
        <p:spPr>
          <a:xfrm>
            <a:off x="7861300" y="4475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40" dirty="0"/>
          </a:p>
        </p:txBody>
      </p:sp>
      <p:sp>
        <p:nvSpPr>
          <p:cNvPr id="70" name="Text 56"/>
          <p:cNvSpPr/>
          <p:nvPr/>
        </p:nvSpPr>
        <p:spPr>
          <a:xfrm>
            <a:off x="8321040" y="4450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egg</a:t>
            </a:r>
            <a:endParaRPr lang="en-US" sz="1450" dirty="0"/>
          </a:p>
        </p:txBody>
      </p:sp>
      <p:sp>
        <p:nvSpPr>
          <p:cNvPr id="71" name="Text 57"/>
          <p:cNvSpPr/>
          <p:nvPr/>
        </p:nvSpPr>
        <p:spPr>
          <a:xfrm>
            <a:off x="8321040" y="4678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950" dirty="0"/>
          </a:p>
        </p:txBody>
      </p:sp>
      <p:sp>
        <p:nvSpPr>
          <p:cNvPr id="72" name="Shape 58"/>
          <p:cNvSpPr/>
          <p:nvPr/>
        </p:nvSpPr>
        <p:spPr>
          <a:xfrm>
            <a:off x="7810500" y="4978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257758920364552e+79" dist="4.690732883485232e+78" dir="5.484237660094465e+92">
              <a:srgbClr val="00275B">
                <a:alpha val="1.9999999999999997e+94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7861300" y="5059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0"/>
          <p:cNvSpPr/>
          <p:nvPr/>
        </p:nvSpPr>
        <p:spPr>
          <a:xfrm>
            <a:off x="7861300" y="5059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40" dirty="0"/>
          </a:p>
        </p:txBody>
      </p:sp>
      <p:sp>
        <p:nvSpPr>
          <p:cNvPr id="75" name="Text 61"/>
          <p:cNvSpPr/>
          <p:nvPr/>
        </p:nvSpPr>
        <p:spPr>
          <a:xfrm>
            <a:off x="8321040" y="5034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cinnamon powder</a:t>
            </a:r>
            <a:endParaRPr lang="en-US" sz="1450" dirty="0"/>
          </a:p>
        </p:txBody>
      </p:sp>
      <p:sp>
        <p:nvSpPr>
          <p:cNvPr id="76" name="Text 62"/>
          <p:cNvSpPr/>
          <p:nvPr/>
        </p:nvSpPr>
        <p:spPr>
          <a:xfrm>
            <a:off x="8321040" y="5262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canela em pó</a:t>
            </a:r>
            <a:endParaRPr lang="en-US" sz="950" dirty="0"/>
          </a:p>
        </p:txBody>
      </p:sp>
      <p:sp>
        <p:nvSpPr>
          <p:cNvPr id="77" name="Shape 63"/>
          <p:cNvSpPr/>
          <p:nvPr/>
        </p:nvSpPr>
        <p:spPr>
          <a:xfrm>
            <a:off x="7810500" y="5562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29735382886298e+83" dist="5.957230762026245e+82" dir="3.2905425960566786e+97">
              <a:srgbClr val="00275B">
                <a:alpha val="1.9999999999999997e+99"/>
              </a:srgbClr>
            </a:outerShdw>
          </a:effectLst>
        </p:spPr>
      </p:sp>
      <p:sp>
        <p:nvSpPr>
          <p:cNvPr id="78" name="Shape 64"/>
          <p:cNvSpPr/>
          <p:nvPr/>
        </p:nvSpPr>
        <p:spPr>
          <a:xfrm>
            <a:off x="7861300" y="5643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9" name="Text 65"/>
          <p:cNvSpPr/>
          <p:nvPr/>
        </p:nvSpPr>
        <p:spPr>
          <a:xfrm>
            <a:off x="7861300" y="5643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40" dirty="0"/>
          </a:p>
        </p:txBody>
      </p:sp>
      <p:sp>
        <p:nvSpPr>
          <p:cNvPr id="80" name="Text 66"/>
          <p:cNvSpPr/>
          <p:nvPr/>
        </p:nvSpPr>
        <p:spPr>
          <a:xfrm>
            <a:off x="8321040" y="5618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water</a:t>
            </a:r>
            <a:endParaRPr lang="en-US" sz="1450" dirty="0"/>
          </a:p>
        </p:txBody>
      </p:sp>
      <p:sp>
        <p:nvSpPr>
          <p:cNvPr id="81" name="Text 67"/>
          <p:cNvSpPr/>
          <p:nvPr/>
        </p:nvSpPr>
        <p:spPr>
          <a:xfrm>
            <a:off x="8321040" y="5847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água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o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0500"/>
            <a:ext cx="279400" cy="26670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82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52356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53626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22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157639362655985e+87" dist="7.565683067773332e+86" dir="1.9743255576340073e+102">
              <a:srgbClr val="00275B">
                <a:alpha val="1.9999999999999997e+104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622300" y="1485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622300" y="1485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16" dirty="0"/>
          </a:p>
        </p:txBody>
      </p:sp>
      <p:sp>
        <p:nvSpPr>
          <p:cNvPr id="10" name="Text 5"/>
          <p:cNvSpPr/>
          <p:nvPr/>
        </p:nvSpPr>
        <p:spPr>
          <a:xfrm>
            <a:off x="1004316" y="1422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board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571500" y="1866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0602019905731e+91" dist="9.608417496072131e+90" dir="1.1845953345804043e+107">
              <a:srgbClr val="00275B">
                <a:alpha val="1.9999999999999995e+109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22300" y="1929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22300" y="1929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16" dirty="0"/>
          </a:p>
        </p:txBody>
      </p:sp>
      <p:sp>
        <p:nvSpPr>
          <p:cNvPr id="14" name="Text 9"/>
          <p:cNvSpPr/>
          <p:nvPr/>
        </p:nvSpPr>
        <p:spPr>
          <a:xfrm>
            <a:off x="1004316" y="1866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Tablespoon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2311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286456528027836e+95" dist="1.2202690220011606e+95" dir="7.107572007482426e+111">
              <a:srgbClr val="00275B">
                <a:alpha val="1.9999999999999995e+114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22300" y="2374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22300" y="2374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16" dirty="0"/>
          </a:p>
        </p:txBody>
      </p:sp>
      <p:sp>
        <p:nvSpPr>
          <p:cNvPr id="18" name="Text 13"/>
          <p:cNvSpPr/>
          <p:nvPr/>
        </p:nvSpPr>
        <p:spPr>
          <a:xfrm>
            <a:off x="1004316" y="2311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71500" y="2755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193799790595354e+99" dist="1.549741657941474e+99" dir="4.2645432044894554e+116">
              <a:srgbClr val="00275B">
                <a:alpha val="1.9999999999999995e+119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2300" y="2818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2300" y="2818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16" dirty="0"/>
          </a:p>
        </p:txBody>
      </p:sp>
      <p:sp>
        <p:nvSpPr>
          <p:cNvPr id="22" name="Text 17"/>
          <p:cNvSpPr/>
          <p:nvPr/>
        </p:nvSpPr>
        <p:spPr>
          <a:xfrm>
            <a:off x="1004316" y="2755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71500" y="3200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2361257340561e+103" dist="1.9681719055856718e+103" dir="2.5587259226936733e+121">
              <a:srgbClr val="00275B">
                <a:alpha val="1.9999999999999994e+12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2300" y="3263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2300" y="3263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16" dirty="0"/>
          </a:p>
        </p:txBody>
      </p:sp>
      <p:sp>
        <p:nvSpPr>
          <p:cNvPr id="26" name="Text 21"/>
          <p:cNvSpPr/>
          <p:nvPr/>
        </p:nvSpPr>
        <p:spPr>
          <a:xfrm>
            <a:off x="1004316" y="3200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small bowls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71500" y="3644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98987968225125e+107" dist="2.4995783200938032e+107" dir="1.535235553616204e+126">
              <a:srgbClr val="00275B">
                <a:alpha val="1.9999999999999994e+129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22300" y="3707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2300" y="3707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16" dirty="0"/>
          </a:p>
        </p:txBody>
      </p:sp>
      <p:sp>
        <p:nvSpPr>
          <p:cNvPr id="30" name="Text 25"/>
          <p:cNvSpPr/>
          <p:nvPr/>
        </p:nvSpPr>
        <p:spPr>
          <a:xfrm>
            <a:off x="1004316" y="3644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71500" y="4089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18714719645908e+111" dist="3.17446446651913e+111" dir="9.211413321697224e+130">
              <a:srgbClr val="00275B">
                <a:alpha val="1.9999999999999994e+134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22300" y="4152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22300" y="4152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16" dirty="0"/>
          </a:p>
        </p:txBody>
      </p:sp>
      <p:sp>
        <p:nvSpPr>
          <p:cNvPr id="34" name="Text 29"/>
          <p:cNvSpPr/>
          <p:nvPr/>
        </p:nvSpPr>
        <p:spPr>
          <a:xfrm>
            <a:off x="1004316" y="4089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71500" y="4533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675767693950304e+115" dist="4.0315698724792955e+115" dir="5.526847993018334e+135">
              <a:srgbClr val="00275B">
                <a:alpha val="1.9999999999999995e+139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22300" y="4596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22300" y="4596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16" dirty="0"/>
          </a:p>
        </p:txBody>
      </p:sp>
      <p:sp>
        <p:nvSpPr>
          <p:cNvPr id="38" name="Text 33"/>
          <p:cNvSpPr/>
          <p:nvPr/>
        </p:nvSpPr>
        <p:spPr>
          <a:xfrm>
            <a:off x="1004316" y="4533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571500" y="4978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288224971316886e+120" dist="5.120093738048705e+119" dir="3.3161087958110005e+140">
              <a:srgbClr val="00275B">
                <a:alpha val="1.9999999999999997e+144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22300" y="5041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22300" y="5041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16" dirty="0"/>
          </a:p>
        </p:txBody>
      </p:sp>
      <p:sp>
        <p:nvSpPr>
          <p:cNvPr id="42" name="Text 37"/>
          <p:cNvSpPr/>
          <p:nvPr/>
        </p:nvSpPr>
        <p:spPr>
          <a:xfrm>
            <a:off x="1004316" y="4978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squeezer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71500" y="5422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606045713572446e+124" dist="6.502519047321855e+123" dir="1.9896652774866004e+145">
              <a:srgbClr val="00275B">
                <a:alpha val="1.9999999999999996e+149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22300" y="5485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22300" y="5485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16" dirty="0"/>
          </a:p>
        </p:txBody>
      </p:sp>
      <p:sp>
        <p:nvSpPr>
          <p:cNvPr id="46" name="Text 41"/>
          <p:cNvSpPr/>
          <p:nvPr/>
        </p:nvSpPr>
        <p:spPr>
          <a:xfrm>
            <a:off x="1004316" y="5422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Microwave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571500" y="5867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819678056237005e+128" dist="8.258199190098756e+127" dir="1.1937991664919603e+150">
              <a:srgbClr val="00275B">
                <a:alpha val="1.9999999999999998e+154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22300" y="5930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22300" y="5930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16" dirty="0"/>
          </a:p>
        </p:txBody>
      </p:sp>
      <p:sp>
        <p:nvSpPr>
          <p:cNvPr id="50" name="Text 45"/>
          <p:cNvSpPr/>
          <p:nvPr/>
        </p:nvSpPr>
        <p:spPr>
          <a:xfrm>
            <a:off x="1004316" y="5867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Oven mitt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50800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170991131420998e+132" dist="1.0487912971425421e+132" dir="7.162794998951762e+154">
              <a:srgbClr val="00275B">
                <a:alpha val="2e+159"/>
              </a:srgbClr>
            </a:outerShdw>
          </a:effectLst>
        </p:spPr>
      </p:sp>
      <p:pic>
        <p:nvPicPr>
          <p:cNvPr id="52" name="Image 3" descr="/home/user/cooking-class/art/deck/assets/pic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248" y="1717548"/>
            <a:ext cx="1060704" cy="1060704"/>
          </a:xfrm>
          <a:prstGeom prst="rect">
            <a:avLst/>
          </a:prstGeom>
        </p:spPr>
      </p:pic>
      <p:sp>
        <p:nvSpPr>
          <p:cNvPr id="53" name="Shape 47"/>
          <p:cNvSpPr/>
          <p:nvPr/>
        </p:nvSpPr>
        <p:spPr>
          <a:xfrm>
            <a:off x="49085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49085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5" name="Shape 49"/>
          <p:cNvSpPr/>
          <p:nvPr/>
        </p:nvSpPr>
        <p:spPr>
          <a:xfrm>
            <a:off x="67183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967158736904667e+136" dist="1.3319649473710286e+136" dir="4.297676999371057e+159">
              <a:srgbClr val="00275B">
                <a:alpha val="1.9999999999999997e+164"/>
              </a:srgbClr>
            </a:outerShdw>
          </a:effectLst>
        </p:spPr>
      </p:sp>
      <p:pic>
        <p:nvPicPr>
          <p:cNvPr id="56" name="Image 4" descr="/home/user/cooking-class/art/deck/assets/pic-spo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548" y="1717548"/>
            <a:ext cx="1060704" cy="1060704"/>
          </a:xfrm>
          <a:prstGeom prst="rect">
            <a:avLst/>
          </a:prstGeom>
        </p:spPr>
      </p:pic>
      <p:sp>
        <p:nvSpPr>
          <p:cNvPr id="57" name="Shape 50"/>
          <p:cNvSpPr/>
          <p:nvPr/>
        </p:nvSpPr>
        <p:spPr>
          <a:xfrm>
            <a:off x="65468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5468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59" name="Shape 52"/>
          <p:cNvSpPr/>
          <p:nvPr/>
        </p:nvSpPr>
        <p:spPr>
          <a:xfrm>
            <a:off x="83566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598291595868925e+140" dist="1.6915954831612062e+140" dir="2.5786061996226343e+164">
              <a:srgbClr val="00275B">
                <a:alpha val="2e+169"/>
              </a:srgbClr>
            </a:outerShdw>
          </a:effectLst>
        </p:spPr>
      </p:sp>
      <p:pic>
        <p:nvPicPr>
          <p:cNvPr id="60" name="Image 5" descr="/home/user/cooking-class/art/deck/assets/pic-knif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48" y="1717548"/>
            <a:ext cx="1060704" cy="1060704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>
            <a:off x="81851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81851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63" name="Shape 55"/>
          <p:cNvSpPr/>
          <p:nvPr/>
        </p:nvSpPr>
        <p:spPr>
          <a:xfrm>
            <a:off x="99949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155983032675354e+144" dist="2.148326263614732e+144" dir="1.5471637197735807e+169">
              <a:srgbClr val="00275B">
                <a:alpha val="1.9999999999999997e+174"/>
              </a:srgbClr>
            </a:outerShdw>
          </a:effectLst>
        </p:spPr>
      </p:sp>
      <p:pic>
        <p:nvPicPr>
          <p:cNvPr id="64" name="Image 6" descr="/home/user/cooking-class/art/deck/assets/pic-pl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148" y="1717548"/>
            <a:ext cx="1060704" cy="1060704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>
            <a:off x="98234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6" name="Text 57"/>
          <p:cNvSpPr/>
          <p:nvPr/>
        </p:nvSpPr>
        <p:spPr>
          <a:xfrm>
            <a:off x="98234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67" name="Shape 58"/>
          <p:cNvSpPr/>
          <p:nvPr/>
        </p:nvSpPr>
        <p:spPr>
          <a:xfrm>
            <a:off x="50800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548098451497699e+148" dist="2.7283743547907096e+148" dir="9.282982318641485e+173">
              <a:srgbClr val="00275B">
                <a:alpha val="1.9999999999999997e+179"/>
              </a:srgbClr>
            </a:outerShdw>
          </a:effectLst>
        </p:spPr>
      </p:sp>
      <p:pic>
        <p:nvPicPr>
          <p:cNvPr id="68" name="Image 7" descr="/home/user/cooking-class/art/deck/assets/pic-bow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248" y="3355848"/>
            <a:ext cx="1060704" cy="1060704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49085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0" name="Text 60"/>
          <p:cNvSpPr/>
          <p:nvPr/>
        </p:nvSpPr>
        <p:spPr>
          <a:xfrm>
            <a:off x="49085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71" name="Shape 61"/>
          <p:cNvSpPr/>
          <p:nvPr/>
        </p:nvSpPr>
        <p:spPr>
          <a:xfrm>
            <a:off x="67183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16085033402078e+152" dist="3.465035430584201e+152" dir="5.569789391184891e+178">
              <a:srgbClr val="00275B">
                <a:alpha val="1.9999999999999997e+184"/>
              </a:srgbClr>
            </a:outerShdw>
          </a:effectLst>
        </p:spPr>
      </p:sp>
      <p:pic>
        <p:nvPicPr>
          <p:cNvPr id="72" name="Image 8" descr="/home/user/cooking-class/art/deck/assets/pic-for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548" y="3355848"/>
            <a:ext cx="1060704" cy="1060704"/>
          </a:xfrm>
          <a:prstGeom prst="rect">
            <a:avLst/>
          </a:prstGeom>
        </p:spPr>
      </p:pic>
      <p:sp>
        <p:nvSpPr>
          <p:cNvPr id="73" name="Shape 62"/>
          <p:cNvSpPr/>
          <p:nvPr/>
        </p:nvSpPr>
        <p:spPr>
          <a:xfrm>
            <a:off x="65468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3"/>
          <p:cNvSpPr/>
          <p:nvPr/>
        </p:nvSpPr>
        <p:spPr>
          <a:xfrm>
            <a:off x="65468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75" name="Shape 64"/>
          <p:cNvSpPr/>
          <p:nvPr/>
        </p:nvSpPr>
        <p:spPr>
          <a:xfrm>
            <a:off x="83566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56142799242064e+157" dist="4.400594996841935e+156" dir="3.3418736347109347e+183">
              <a:srgbClr val="00275B">
                <a:alpha val="1.9999999999999996e+189"/>
              </a:srgbClr>
            </a:outerShdw>
          </a:effectLst>
        </p:spPr>
      </p:sp>
      <p:pic>
        <p:nvPicPr>
          <p:cNvPr id="76" name="Image 9" descr="/home/user/cooking-class/art/deck/assets/pic-brush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2848" y="3355848"/>
            <a:ext cx="1060704" cy="1060704"/>
          </a:xfrm>
          <a:prstGeom prst="rect">
            <a:avLst/>
          </a:prstGeom>
        </p:spPr>
      </p:pic>
      <p:sp>
        <p:nvSpPr>
          <p:cNvPr id="77" name="Shape 65"/>
          <p:cNvSpPr/>
          <p:nvPr/>
        </p:nvSpPr>
        <p:spPr>
          <a:xfrm>
            <a:off x="81851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8" name="Text 66"/>
          <p:cNvSpPr/>
          <p:nvPr/>
        </p:nvSpPr>
        <p:spPr>
          <a:xfrm>
            <a:off x="81851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79" name="Shape 67"/>
          <p:cNvSpPr/>
          <p:nvPr/>
        </p:nvSpPr>
        <p:spPr>
          <a:xfrm>
            <a:off x="99949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413013550374212e+161" dist="5.588755645989258e+160" dir="2.0051241808265608e+188">
              <a:srgbClr val="00275B">
                <a:alpha val="1.9999999999999996e+194"/>
              </a:srgbClr>
            </a:outerShdw>
          </a:effectLst>
        </p:spPr>
      </p:sp>
      <p:pic>
        <p:nvPicPr>
          <p:cNvPr id="80" name="Image 10" descr="/home/user/cooking-class/art/deck/assets/pic-airfry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148" y="3355848"/>
            <a:ext cx="1060704" cy="1060704"/>
          </a:xfrm>
          <a:prstGeom prst="rect">
            <a:avLst/>
          </a:prstGeom>
        </p:spPr>
      </p:pic>
      <p:sp>
        <p:nvSpPr>
          <p:cNvPr id="81" name="Shape 68"/>
          <p:cNvSpPr/>
          <p:nvPr/>
        </p:nvSpPr>
        <p:spPr>
          <a:xfrm>
            <a:off x="98234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2" name="Text 69"/>
          <p:cNvSpPr/>
          <p:nvPr/>
        </p:nvSpPr>
        <p:spPr>
          <a:xfrm>
            <a:off x="98234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83" name="Shape 70"/>
          <p:cNvSpPr/>
          <p:nvPr/>
        </p:nvSpPr>
        <p:spPr>
          <a:xfrm>
            <a:off x="50800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03452720897525e+165" dist="7.097719670406357e+164" dir="1.2030745084959364e+193">
              <a:srgbClr val="00275B">
                <a:alpha val="1.9999999999999998e+199"/>
              </a:srgbClr>
            </a:outerShdw>
          </a:effectLst>
        </p:spPr>
      </p:sp>
      <p:pic>
        <p:nvPicPr>
          <p:cNvPr id="84" name="Image 11" descr="/home/user/cooking-class/art/deck/assets/pic-squeez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6248" y="4994148"/>
            <a:ext cx="1060704" cy="1060704"/>
          </a:xfrm>
          <a:prstGeom prst="rect">
            <a:avLst/>
          </a:prstGeom>
        </p:spPr>
      </p:pic>
      <p:sp>
        <p:nvSpPr>
          <p:cNvPr id="85" name="Shape 71"/>
          <p:cNvSpPr/>
          <p:nvPr/>
        </p:nvSpPr>
        <p:spPr>
          <a:xfrm>
            <a:off x="49085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6" name="Text 72"/>
          <p:cNvSpPr/>
          <p:nvPr/>
        </p:nvSpPr>
        <p:spPr>
          <a:xfrm>
            <a:off x="49085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87" name="Shape 73"/>
          <p:cNvSpPr/>
          <p:nvPr/>
        </p:nvSpPr>
        <p:spPr>
          <a:xfrm>
            <a:off x="67183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633849555398568e+169" dist="9.014103981416073e+168" dir="7.218447050975619e+197">
              <a:srgbClr val="00275B">
                <a:alpha val="1.9999999999999997e+204"/>
              </a:srgbClr>
            </a:outerShdw>
          </a:effectLst>
        </p:spPr>
      </p:sp>
      <p:pic>
        <p:nvPicPr>
          <p:cNvPr id="88" name="Image 12" descr="/home/user/cooking-class/art/deck/assets/pic-microwa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4548" y="4994148"/>
            <a:ext cx="1060704" cy="1060704"/>
          </a:xfrm>
          <a:prstGeom prst="rect">
            <a:avLst/>
          </a:prstGeom>
        </p:spPr>
      </p:pic>
      <p:sp>
        <p:nvSpPr>
          <p:cNvPr id="89" name="Shape 74"/>
          <p:cNvSpPr/>
          <p:nvPr/>
        </p:nvSpPr>
        <p:spPr>
          <a:xfrm>
            <a:off x="65468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0" name="Text 75"/>
          <p:cNvSpPr/>
          <p:nvPr/>
        </p:nvSpPr>
        <p:spPr>
          <a:xfrm>
            <a:off x="65468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91" name="Shape 76"/>
          <p:cNvSpPr/>
          <p:nvPr/>
        </p:nvSpPr>
        <p:spPr>
          <a:xfrm>
            <a:off x="83566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474988935356184e+173" dist="1.1447912056398413e+173" dir="4.3310682305853715e+202">
              <a:srgbClr val="00275B">
                <a:alpha val="1.9999999999999998e+209"/>
              </a:srgbClr>
            </a:outerShdw>
          </a:effectLst>
        </p:spPr>
      </p:sp>
      <p:pic>
        <p:nvPicPr>
          <p:cNvPr id="92" name="Image 13" descr="/home/user/cooking-class/art/deck/assets/pic-mit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2848" y="4994148"/>
            <a:ext cx="1060704" cy="1060704"/>
          </a:xfrm>
          <a:prstGeom prst="rect">
            <a:avLst/>
          </a:prstGeom>
        </p:spPr>
      </p:pic>
      <p:sp>
        <p:nvSpPr>
          <p:cNvPr id="93" name="Shape 77"/>
          <p:cNvSpPr/>
          <p:nvPr/>
        </p:nvSpPr>
        <p:spPr>
          <a:xfrm>
            <a:off x="81851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4" name="Text 78"/>
          <p:cNvSpPr/>
          <p:nvPr/>
        </p:nvSpPr>
        <p:spPr>
          <a:xfrm>
            <a:off x="81851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pic>
        <p:nvPicPr>
          <p:cNvPr id="95" name="Image 14" descr="/home/user/cooking-class/art/deck/assets/pc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900" y="4749800"/>
            <a:ext cx="1473200" cy="147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742950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893235947902355e+177" dist="1.4538848311625985e+177" dir="2.598640938351223e+207">
              <a:srgbClr val="00275B">
                <a:alpha val="1.9999999999999997e+214"/>
              </a:srgbClr>
            </a:outerShdw>
          </a:effectLst>
        </p:spPr>
      </p:sp>
      <p:pic>
        <p:nvPicPr>
          <p:cNvPr id="8" name="Image 3" descr="/home/user/cooking-class/art/deck/assets/tex-211x49-F27D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337986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464986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31440965383599e+181" dist="1.8464337355765e+181" dir="1.5591845630107338e+212">
              <a:srgbClr val="00275B">
                <a:alpha val="1.9999999999999996e+219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Cortar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5781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2793002603717e+185" dist="2.344970844182155e+185" dir="9.355107378064403e+216">
              <a:srgbClr val="00275B">
                <a:alpha val="1.9999999999999995e+224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27305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27305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43688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147471133067207e+189" dist="2.978112972111337e+189" dir="5.613064426838642e+221">
              <a:srgbClr val="00275B">
                <a:alpha val="1.9999999999999994e+229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45212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5212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Adicionar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595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077288338995353e+193" dist="3.782203474581398e+193" dir="3.367838656103185e+226">
              <a:srgbClr val="00275B">
                <a:alpha val="1.9999999999999993e+234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119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Mix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3119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528156190524098e+198" dist="4.803398412718375e+197" dir="2.020703193661911e+231">
              <a:srgbClr val="00275B">
                <a:alpha val="1.9999999999999993e+239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Aquecer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25781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640758361965605e+202" dist="6.100315984152336e+201" dir="1.2124219161971466e+236">
              <a:srgbClr val="00275B">
                <a:alpha val="1.9999999999999992e+244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27305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Squeeze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27305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Espremer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3688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593763119696318e+206" dist="7.747401299873467e+205" dir="7.27453149718288e+240">
              <a:srgbClr val="00275B">
                <a:alpha val="1.999999999999999e+249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45212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5212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Despejar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595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614079162014322e+210" dist="9.839199650839303e+209" dir="4.364718898309728e+245">
              <a:srgbClr val="00275B">
                <a:alpha val="1.999999999999999e+254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63119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Unroll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3119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Desenrolar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7874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989880535758187e+214" dist="1.2495783556565913e+214" dir="2.6188313389858368e+250">
              <a:srgbClr val="00275B">
                <a:alpha val="1.9999999999999992e+259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9398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Fold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98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Dobrar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5781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0871482804129e+218" dist="1.586964511683871e+218" dir="1.571298803391502e+255">
              <a:srgbClr val="00275B">
                <a:alpha val="1.9999999999999992e+264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27305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</a:t>
            </a:r>
            <a:endParaRPr lang="en-US" sz="1600" dirty="0"/>
          </a:p>
        </p:txBody>
      </p:sp>
      <p:sp>
        <p:nvSpPr>
          <p:cNvPr id="39" name="Text 33"/>
          <p:cNvSpPr/>
          <p:nvPr/>
        </p:nvSpPr>
        <p:spPr>
          <a:xfrm>
            <a:off x="27305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Pressionar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3688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8370678316124384e+222" dist="2.0154449298385163e+222" dir="9.427792820349012e+259">
              <a:srgbClr val="00275B">
                <a:alpha val="1.9999999999999992e+269"/>
              </a:srgbClr>
            </a:outerShdw>
          </a:effectLst>
        </p:spPr>
      </p:sp>
      <p:sp>
        <p:nvSpPr>
          <p:cNvPr id="41" name="Text 35"/>
          <p:cNvSpPr/>
          <p:nvPr/>
        </p:nvSpPr>
        <p:spPr>
          <a:xfrm>
            <a:off x="45212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Crack</a:t>
            </a:r>
            <a:endParaRPr lang="en-US" sz="1600" dirty="0"/>
          </a:p>
        </p:txBody>
      </p:sp>
      <p:sp>
        <p:nvSpPr>
          <p:cNvPr id="42" name="Text 36"/>
          <p:cNvSpPr/>
          <p:nvPr/>
        </p:nvSpPr>
        <p:spPr>
          <a:xfrm>
            <a:off x="45212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Quebrar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1595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143076146147797e+226" dist="2.5596150608949156e+226" dir="5.656675692209407e+264">
              <a:srgbClr val="00275B">
                <a:alpha val="1.999999999999999e+274"/>
              </a:srgbClr>
            </a:outerShdw>
          </a:effectLst>
        </p:spPr>
      </p:sp>
      <p:sp>
        <p:nvSpPr>
          <p:cNvPr id="44" name="Text 38"/>
          <p:cNvSpPr/>
          <p:nvPr/>
        </p:nvSpPr>
        <p:spPr>
          <a:xfrm>
            <a:off x="63119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Beat</a:t>
            </a:r>
            <a:endParaRPr lang="en-US" sz="1600" dirty="0"/>
          </a:p>
        </p:txBody>
      </p:sp>
      <p:sp>
        <p:nvSpPr>
          <p:cNvPr id="45" name="Text 39"/>
          <p:cNvSpPr/>
          <p:nvPr/>
        </p:nvSpPr>
        <p:spPr>
          <a:xfrm>
            <a:off x="63119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Bater</a:t>
            </a:r>
            <a:endParaRPr 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7874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801706705607703e+230" dist="3.250711127336543e+230" dir="3.3940054153256444e+269">
              <a:srgbClr val="00275B">
                <a:alpha val="1.999999999999999e+279"/>
              </a:srgbClr>
            </a:outerShdw>
          </a:effectLst>
        </p:spPr>
      </p:sp>
      <p:sp>
        <p:nvSpPr>
          <p:cNvPr id="47" name="Text 41"/>
          <p:cNvSpPr/>
          <p:nvPr/>
        </p:nvSpPr>
        <p:spPr>
          <a:xfrm>
            <a:off x="9398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Brush</a:t>
            </a:r>
            <a:endParaRPr lang="en-US" sz="1600" dirty="0"/>
          </a:p>
        </p:txBody>
      </p:sp>
      <p:sp>
        <p:nvSpPr>
          <p:cNvPr id="48" name="Text 42"/>
          <p:cNvSpPr/>
          <p:nvPr/>
        </p:nvSpPr>
        <p:spPr>
          <a:xfrm>
            <a:off x="9398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Pincelar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25781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908167516121783e+234" dist="4.12840313171741e+234" dir="2.0364032491953868e+274">
              <a:srgbClr val="00275B">
                <a:alpha val="1.9999999999999992e+284"/>
              </a:srgbClr>
            </a:outerShdw>
          </a:effectLst>
        </p:spPr>
      </p:sp>
      <p:sp>
        <p:nvSpPr>
          <p:cNvPr id="50" name="Text 44"/>
          <p:cNvSpPr/>
          <p:nvPr/>
        </p:nvSpPr>
        <p:spPr>
          <a:xfrm>
            <a:off x="27305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Pre-heat</a:t>
            </a:r>
            <a:endParaRPr lang="en-US" sz="1600" dirty="0"/>
          </a:p>
        </p:txBody>
      </p:sp>
      <p:sp>
        <p:nvSpPr>
          <p:cNvPr id="51" name="Text 45"/>
          <p:cNvSpPr/>
          <p:nvPr/>
        </p:nvSpPr>
        <p:spPr>
          <a:xfrm>
            <a:off x="27305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Pré-aquecer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43688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583372745474664e+239" dist="5.24307197728111e+238" dir="1.221841949517232e+279">
              <a:srgbClr val="00275B">
                <a:alpha val="1.9999999999999993e+289"/>
              </a:srgbClr>
            </a:outerShdw>
          </a:effectLst>
        </p:spPr>
      </p:sp>
      <p:sp>
        <p:nvSpPr>
          <p:cNvPr id="53" name="Text 47"/>
          <p:cNvSpPr/>
          <p:nvPr/>
        </p:nvSpPr>
        <p:spPr>
          <a:xfrm>
            <a:off x="45212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Flip</a:t>
            </a:r>
            <a:endParaRPr lang="en-US" sz="1600" dirty="0"/>
          </a:p>
        </p:txBody>
      </p:sp>
      <p:sp>
        <p:nvSpPr>
          <p:cNvPr id="54" name="Text 48"/>
          <p:cNvSpPr/>
          <p:nvPr/>
        </p:nvSpPr>
        <p:spPr>
          <a:xfrm>
            <a:off x="45212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Virar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61595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980883386752823e+243" dist="6.65870141114701e+242" dir="7.331051697103393e+283">
              <a:srgbClr val="00275B">
                <a:alpha val="1.9999999999999993e+294"/>
              </a:srgbClr>
            </a:outerShdw>
          </a:effectLst>
        </p:spPr>
      </p:sp>
      <p:sp>
        <p:nvSpPr>
          <p:cNvPr id="56" name="Text 50"/>
          <p:cNvSpPr/>
          <p:nvPr/>
        </p:nvSpPr>
        <p:spPr>
          <a:xfrm>
            <a:off x="63119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Bake</a:t>
            </a:r>
            <a:endParaRPr lang="en-US" sz="1600" dirty="0"/>
          </a:p>
        </p:txBody>
      </p:sp>
      <p:sp>
        <p:nvSpPr>
          <p:cNvPr id="57" name="Text 51"/>
          <p:cNvSpPr/>
          <p:nvPr/>
        </p:nvSpPr>
        <p:spPr>
          <a:xfrm>
            <a:off x="63119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</a:t>
            </a:r>
            <a:endParaRPr lang="en-US" sz="1050" dirty="0"/>
          </a:p>
        </p:txBody>
      </p:sp>
      <p:pic>
        <p:nvPicPr>
          <p:cNvPr id="58" name="Image 4" descr="/home/user/cooking-class/art/deck/assets/p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0" y="1397000"/>
            <a:ext cx="2540000" cy="2540000"/>
          </a:xfrm>
          <a:prstGeom prst="rect">
            <a:avLst/>
          </a:prstGeom>
        </p:spPr>
      </p:pic>
      <p:sp>
        <p:nvSpPr>
          <p:cNvPr id="59" name="Shape 52"/>
          <p:cNvSpPr/>
          <p:nvPr/>
        </p:nvSpPr>
        <p:spPr>
          <a:xfrm rot="240000">
            <a:off x="8382000" y="4032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0295721901176086e+247" dist="8.456550792156703e+246" dir="4.3986310182620354e+288">
              <a:srgbClr val="00275B">
                <a:alpha val="1.9999999999999994e+299"/>
              </a:srgbClr>
            </a:outerShdw>
          </a:effectLst>
        </p:spPr>
      </p:sp>
      <p:pic>
        <p:nvPicPr>
          <p:cNvPr id="60" name="Image 5" descr="/home/user/cooking-class/art/deck/assets/po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8503830" y="4146813"/>
            <a:ext cx="2692400" cy="1778000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 rot="21120000">
            <a:off x="9302750" y="4178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53340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77556681449363e+251" dist="1.0739819506039013e+251" dir="2.6391786109572213e+293">
              <a:srgbClr val="00275B">
                <a:alpha val="1.9999999999999994e+304"/>
              </a:srgbClr>
            </a:outerShdw>
          </a:effectLst>
        </p:spPr>
      </p:sp>
      <p:pic>
        <p:nvPicPr>
          <p:cNvPr id="8" name="Image 3" descr="/home/user/cooking-class/art/deck/assets/tex-177x49-00275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123711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250711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73496985440691e+255" dist="1.3639570772669546e+255" dir="1.5835071665743328e+298">
              <a:srgbClr val="00275B">
                <a:alpha val="Infinity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Filling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2512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1573411715096775e+259" dist="1.7322254881290324e+259" dir="9.501042999445996e+302">
              <a:srgbClr val="00275B">
                <a:alpha val="Infinity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34036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Dough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4036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7874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7982328781729e+263" dist="2.1999263699238713e+263" dir="5.700625799667598e+307">
              <a:srgbClr val="00275B">
                <a:alpha val="Infinity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9398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9398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Tortinha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2512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705375575527958e+267" dist="2.7939064898033167e+267" dir="Infinity">
              <a:srgbClr val="00275B">
                <a:alpha val="Infinity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4036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4036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Retângulo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515826980920506e+271" dist="3.548261242050212e+271" dir="Infinity">
              <a:srgbClr val="00275B">
                <a:alpha val="Infinity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Edges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Bordas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32512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815100265769043e+276" dist="4.50629177740377e+275" dir="Infinity">
              <a:srgbClr val="00275B">
                <a:alpha val="Infinity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34036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Cuts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34036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74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735177337526685e+280" dist="5.722990557302787e+279" dir="Infinity">
              <a:srgbClr val="00275B">
                <a:alpha val="Infinity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9398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Basket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398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Cesta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32512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44367521865889e+284" dist="7.26819800777454e+283" dir="Infinity">
              <a:srgbClr val="00275B">
                <a:alpha val="Infinity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34036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Half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34036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Metade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6096000" y="1473200"/>
            <a:ext cx="55245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153467527696788e+288" dist="9.230611469873665e+287" dir="Infinity">
              <a:srgbClr val="00275B">
                <a:alpha val="Infinity"/>
              </a:srgbClr>
            </a:outerShdw>
          </a:effectLst>
        </p:spPr>
      </p:sp>
      <p:pic>
        <p:nvPicPr>
          <p:cNvPr id="35" name="Image 4" descr="/home/user/cooking-class/art/deck/assets/tex-268x49-77ABD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6311900" y="1282700"/>
            <a:ext cx="1704764" cy="30886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 rot="21480000">
            <a:off x="6248400" y="1282700"/>
            <a:ext cx="1831764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ADJECTIVES</a:t>
            </a:r>
            <a:endParaRPr lang="en-US" sz="1900" dirty="0"/>
          </a:p>
        </p:txBody>
      </p:sp>
      <p:sp>
        <p:nvSpPr>
          <p:cNvPr id="37" name="Shape 30"/>
          <p:cNvSpPr/>
          <p:nvPr/>
        </p:nvSpPr>
        <p:spPr>
          <a:xfrm>
            <a:off x="63119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134903760174922e+292" dist="1.1722876566739555e+292" dir="Infinity">
              <a:srgbClr val="00275B">
                <a:alpha val="Infinity"/>
              </a:srgbClr>
            </a:outerShdw>
          </a:effectLst>
        </p:spPr>
      </p:sp>
      <p:sp>
        <p:nvSpPr>
          <p:cNvPr id="38" name="Text 31"/>
          <p:cNvSpPr/>
          <p:nvPr/>
        </p:nvSpPr>
        <p:spPr>
          <a:xfrm>
            <a:off x="64643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64643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Pequeno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8392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73132777542215e+296" dist="1.4888053239759236e+296" dir="Infinity">
              <a:srgbClr val="00275B">
                <a:alpha val="Infinity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89916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</a:t>
            </a:r>
            <a:endParaRPr lang="en-US" sz="1600" dirty="0"/>
          </a:p>
        </p:txBody>
      </p:sp>
      <p:sp>
        <p:nvSpPr>
          <p:cNvPr id="42" name="Text 35"/>
          <p:cNvSpPr/>
          <p:nvPr/>
        </p:nvSpPr>
        <p:spPr>
          <a:xfrm>
            <a:off x="89916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63119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537878627478613e+300" dist="1.890782761449423e+300" dir="Infinity">
              <a:srgbClr val="00275B">
                <a:alpha val="Infinity"/>
              </a:srgbClr>
            </a:outerShdw>
          </a:effectLst>
        </p:spPr>
      </p:sp>
      <p:sp>
        <p:nvSpPr>
          <p:cNvPr id="44" name="Text 37"/>
          <p:cNvSpPr/>
          <p:nvPr/>
        </p:nvSpPr>
        <p:spPr>
          <a:xfrm>
            <a:off x="64643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Warm</a:t>
            </a:r>
            <a:endParaRPr lang="en-US" sz="1600" dirty="0"/>
          </a:p>
        </p:txBody>
      </p:sp>
      <p:sp>
        <p:nvSpPr>
          <p:cNvPr id="45" name="Text 38"/>
          <p:cNvSpPr/>
          <p:nvPr/>
        </p:nvSpPr>
        <p:spPr>
          <a:xfrm>
            <a:off x="64643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Morno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8392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763105856897839e+304" dist="2.4012941070407674e+304" dir="Infinity">
              <a:srgbClr val="00275B">
                <a:alpha val="Infinity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89916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</a:t>
            </a:r>
            <a:endParaRPr lang="en-US" sz="1600" dirty="0"/>
          </a:p>
        </p:txBody>
      </p:sp>
      <p:sp>
        <p:nvSpPr>
          <p:cNvPr id="48" name="Text 41"/>
          <p:cNvSpPr/>
          <p:nvPr/>
        </p:nvSpPr>
        <p:spPr>
          <a:xfrm>
            <a:off x="89916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Quente</a:t>
            </a:r>
            <a:endParaRPr lang="en-US" sz="1050" dirty="0"/>
          </a:p>
        </p:txBody>
      </p:sp>
      <p:sp>
        <p:nvSpPr>
          <p:cNvPr id="49" name="Shape 42"/>
          <p:cNvSpPr/>
          <p:nvPr/>
        </p:nvSpPr>
        <p:spPr>
          <a:xfrm>
            <a:off x="63119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0" name="Text 43"/>
          <p:cNvSpPr/>
          <p:nvPr/>
        </p:nvSpPr>
        <p:spPr>
          <a:xfrm>
            <a:off x="64643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</a:t>
            </a:r>
            <a:endParaRPr lang="en-US" sz="1600" dirty="0"/>
          </a:p>
        </p:txBody>
      </p:sp>
      <p:sp>
        <p:nvSpPr>
          <p:cNvPr id="51" name="Text 44"/>
          <p:cNvSpPr/>
          <p:nvPr/>
        </p:nvSpPr>
        <p:spPr>
          <a:xfrm>
            <a:off x="64643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Frio</a:t>
            </a:r>
            <a:endParaRPr lang="en-US" sz="1050" dirty="0"/>
          </a:p>
        </p:txBody>
      </p:sp>
      <p:sp>
        <p:nvSpPr>
          <p:cNvPr id="52" name="Shape 45"/>
          <p:cNvSpPr/>
          <p:nvPr/>
        </p:nvSpPr>
        <p:spPr>
          <a:xfrm>
            <a:off x="88392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3" name="Text 46"/>
          <p:cNvSpPr/>
          <p:nvPr/>
        </p:nvSpPr>
        <p:spPr>
          <a:xfrm>
            <a:off x="89916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Golden</a:t>
            </a:r>
            <a:endParaRPr lang="en-US" sz="1600" dirty="0"/>
          </a:p>
        </p:txBody>
      </p:sp>
      <p:sp>
        <p:nvSpPr>
          <p:cNvPr id="54" name="Text 47"/>
          <p:cNvSpPr/>
          <p:nvPr/>
        </p:nvSpPr>
        <p:spPr>
          <a:xfrm>
            <a:off x="89916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Dourado</a:t>
            </a:r>
            <a:endParaRPr lang="en-US" sz="1050" dirty="0"/>
          </a:p>
        </p:txBody>
      </p:sp>
      <p:sp>
        <p:nvSpPr>
          <p:cNvPr id="55" name="Shape 48"/>
          <p:cNvSpPr/>
          <p:nvPr/>
        </p:nvSpPr>
        <p:spPr>
          <a:xfrm>
            <a:off x="63119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6" name="Text 49"/>
          <p:cNvSpPr/>
          <p:nvPr/>
        </p:nvSpPr>
        <p:spPr>
          <a:xfrm>
            <a:off x="64643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Crispy</a:t>
            </a:r>
            <a:endParaRPr lang="en-US" sz="1600" dirty="0"/>
          </a:p>
        </p:txBody>
      </p:sp>
      <p:sp>
        <p:nvSpPr>
          <p:cNvPr id="57" name="Text 50"/>
          <p:cNvSpPr/>
          <p:nvPr/>
        </p:nvSpPr>
        <p:spPr>
          <a:xfrm>
            <a:off x="64643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Crocante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88392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9" name="Text 52"/>
          <p:cNvSpPr/>
          <p:nvPr/>
        </p:nvSpPr>
        <p:spPr>
          <a:xfrm>
            <a:off x="89916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</a:t>
            </a:r>
            <a:endParaRPr lang="en-US" sz="1600" dirty="0"/>
          </a:p>
        </p:txBody>
      </p:sp>
      <p:sp>
        <p:nvSpPr>
          <p:cNvPr id="60" name="Text 53"/>
          <p:cNvSpPr/>
          <p:nvPr/>
        </p:nvSpPr>
        <p:spPr>
          <a:xfrm>
            <a:off x="89916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50" y="222250"/>
            <a:ext cx="698500" cy="698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BF0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360000">
            <a:off x="762000" y="1860550"/>
            <a:ext cx="3556000" cy="2882900"/>
          </a:xfrm>
          <a:prstGeom prst="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6" name="Image 2" descr="/home/user/cooking-class/art/deck/assets/pw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867884" y="1975144"/>
            <a:ext cx="3327400" cy="2413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857250" y="17653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8064500" y="2273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9" name="Image 3" descr="/home/user/cooking-class/art/deck/assets/po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8187216" y="2387894"/>
            <a:ext cx="3073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920000">
            <a:off x="10795000" y="22733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641x151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4009212" y="2095500"/>
            <a:ext cx="4071977" cy="959104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420000">
            <a:off x="3945712" y="2095500"/>
            <a:ext cx="419897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Start</a:t>
            </a:r>
            <a:endParaRPr lang="en-US" sz="5900" dirty="0"/>
          </a:p>
        </p:txBody>
      </p:sp>
      <p:pic>
        <p:nvPicPr>
          <p:cNvPr id="13" name="Image 5" descr="/home/user/cooking-class/art/deck/assets/tex-732x151-F2D5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3847356" y="3175000"/>
            <a:ext cx="4649687" cy="95910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420000">
            <a:off x="3783856" y="3175000"/>
            <a:ext cx="477668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RECIPE!</a:t>
            </a:r>
            <a:endParaRPr lang="en-US" sz="5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711700"/>
          </a:xfrm>
          <a:prstGeom prst="roundRect">
            <a:avLst>
              <a:gd name="adj" fmla="val 3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one apple into small cubes. Use the knife and the cutting board.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667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667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667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apple in a small bowl.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149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149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149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3 tablespoons of sugar to the bowl.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½ tablespoon of cinnamon to the bowl.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114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1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114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½ cup of water in the other small bowl. Heat it in the microwave for 30 seconds.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2 tablespoons of the warm water to the apple bowl.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25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5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2578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out the rest of the water.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25500" y="5740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25500" y="5740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1270000" y="57404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Mix everything. Heat the bowl in the microwave for 3 minutes.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4" name="Text 29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thicken the filling  →</a:t>
            </a:r>
            <a:endParaRPr lang="en-US" sz="1500" dirty="0"/>
          </a:p>
        </p:txBody>
      </p:sp>
      <p:pic>
        <p:nvPicPr>
          <p:cNvPr id="35" name="Image 3" descr="/home/user/cooking-class/art/deck/assets/pc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thicken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746500"/>
          </a:xfrm>
          <a:prstGeom prst="roundRect">
            <a:avLst>
              <a:gd name="adj" fmla="val 39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lime in half. Squeeze one half into the other small bowl with the lemon squeezer.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667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667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6670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1 tablespoon of cornstarch to the lime juice. Mix well to make a paste.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327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327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3274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the paste into the apple bowl. Mix well.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810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810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810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Heat the apple bowl in the microwave for 1 more minute.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92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92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926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bowl out of the microwave. Use the oven mitt, it is hot!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953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953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9530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 the filling cool.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make the pies  →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 rot="180000">
            <a:off x="8255000" y="2019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30" name="Image 3" descr="/home/user/cooking-class/art/deck/assets/po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8375614" y="2133765"/>
            <a:ext cx="3073400" cy="20955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 rot="21360000">
            <a:off x="9525000" y="2146300"/>
            <a:ext cx="7620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051300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Unroll the thin dough.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489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89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dough into rectangles.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2971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2971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2971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1 tablespoon of the filling on one half of each rectangle.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Fold the dough and press the edges with the fork.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114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1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1148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Crack an egg into the other small bowl. Beat it with the fork.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Brush the top of each pie with the egg.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25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5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2578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3 small cuts on top of each pie.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bake the pies  →</a:t>
            </a:r>
            <a:endParaRPr lang="en-US" sz="1500" dirty="0"/>
          </a:p>
        </p:txBody>
      </p:sp>
      <p:pic>
        <p:nvPicPr>
          <p:cNvPr id="32" name="Image 3" descr="/home/user/cooking-class/art/deck/assets/pc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5976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bake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568700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Pre-heat the air fryer at 200°C for 5 minutes.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489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89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pies in the air fryer basket. Leave some space between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149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149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149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Bake for 5 minutes.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632200"/>
            <a:ext cx="6286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Flip the pies with the fork. Bake for 5 more minutes, until golden and crispy.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92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92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92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pies out. Put them on the plate.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75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75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752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Enjoy your apple pie!</a:t>
            </a:r>
            <a:endParaRPr lang="en-US" sz="1500" dirty="0"/>
          </a:p>
        </p:txBody>
      </p:sp>
      <p:pic>
        <p:nvPicPr>
          <p:cNvPr id="27" name="Image 3" descr="/home/user/cooking-class/art/deck/assets/pc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1143000"/>
            <a:ext cx="2794000" cy="27940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 rot="240000">
            <a:off x="8382000" y="4159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29" name="Image 4" descr="/home/user/cooking-class/art/deck/assets/po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8503830" y="4273813"/>
            <a:ext cx="2692400" cy="17780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 rot="21120000">
            <a:off x="9302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Cooking Class — McDonald's Apple Pie</dc:title>
  <dc:subject>PptxGenJS Presentation</dc:subject>
  <dc:creator>EZ Class</dc:creator>
  <cp:lastModifiedBy>EZ Class</cp:lastModifiedBy>
  <cp:revision>1</cp:revision>
  <dcterms:created xsi:type="dcterms:W3CDTF">2026-10-15T17:32:15Z</dcterms:created>
  <dcterms:modified xsi:type="dcterms:W3CDTF">2026-10-15T17:32:15Z</dcterms:modified>
</cp:coreProperties>
</file>